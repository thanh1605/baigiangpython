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
  </p:notesMasterIdLst>
  <p:sldIdLst>
    <p:sldId id="256" r:id="rId2"/>
    <p:sldId id="367" r:id="rId3"/>
    <p:sldId id="368" r:id="rId4"/>
    <p:sldId id="369" r:id="rId5"/>
    <p:sldId id="37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25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8" autoAdjust="0"/>
    <p:restoredTop sz="94674" autoAdjust="0"/>
  </p:normalViewPr>
  <p:slideViewPr>
    <p:cSldViewPr snapToGrid="0">
      <p:cViewPr varScale="1">
        <p:scale>
          <a:sx n="74" d="100"/>
          <a:sy n="74" d="100"/>
        </p:scale>
        <p:origin x="1182"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754"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D804E6-89EA-4453-86CA-6C53571608DC}" type="datetimeFigureOut">
              <a:rPr lang="en-US" smtClean="0"/>
              <a:t>6/24/2021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A5DD35-D36A-440D-B67B-F91FA79BE08F}" type="slidenum">
              <a:rPr lang="en-US" smtClean="0"/>
              <a:t>‹#›</a:t>
            </a:fld>
            <a:endParaRPr lang="en-US"/>
          </a:p>
        </p:txBody>
      </p:sp>
    </p:spTree>
    <p:extLst>
      <p:ext uri="{BB962C8B-B14F-4D97-AF65-F5344CB8AC3E}">
        <p14:creationId xmlns:p14="http://schemas.microsoft.com/office/powerpoint/2010/main" val="3746436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EA5DD35-D36A-440D-B67B-F91FA79BE08F}" type="slidenum">
              <a:rPr lang="en-US" smtClean="0"/>
              <a:t>1</a:t>
            </a:fld>
            <a:endParaRPr lang="en-US"/>
          </a:p>
        </p:txBody>
      </p:sp>
    </p:spTree>
    <p:extLst>
      <p:ext uri="{BB962C8B-B14F-4D97-AF65-F5344CB8AC3E}">
        <p14:creationId xmlns:p14="http://schemas.microsoft.com/office/powerpoint/2010/main" val="3195024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7832" y="1122364"/>
            <a:ext cx="7748336" cy="2270542"/>
          </a:xfrm>
        </p:spPr>
        <p:txBody>
          <a:bodyPr anchor="b">
            <a:normAutofit/>
          </a:bodyPr>
          <a:lstStyle>
            <a:lvl1pPr algn="ctr">
              <a:defRPr sz="4800" b="0"/>
            </a:lvl1pPr>
          </a:lstStyle>
          <a:p>
            <a:r>
              <a:rPr lang="vi-VN" noProof="0"/>
              <a:t>Click to edit Master title style</a:t>
            </a:r>
          </a:p>
        </p:txBody>
      </p:sp>
      <p:sp>
        <p:nvSpPr>
          <p:cNvPr id="3" name="Subtitle 2"/>
          <p:cNvSpPr>
            <a:spLocks noGrp="1"/>
          </p:cNvSpPr>
          <p:nvPr>
            <p:ph type="subTitle" idx="1"/>
          </p:nvPr>
        </p:nvSpPr>
        <p:spPr>
          <a:xfrm>
            <a:off x="697832" y="3741820"/>
            <a:ext cx="7748336" cy="1515979"/>
          </a:xfrm>
        </p:spPr>
        <p:txBody>
          <a:bodyPr>
            <a:normAutofit/>
          </a:bodyPr>
          <a:lstStyle>
            <a:lvl1pPr marL="0" indent="0" algn="ctr">
              <a:buNone/>
              <a:defRPr sz="3600" b="0">
                <a:solidFill>
                  <a:schemeClr val="accent2">
                    <a:lumMod val="75000"/>
                  </a:schemeClr>
                </a:solidFill>
                <a:latin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vi-VN" noProof="0"/>
              <a:t>Click to edit Master subtitle style</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cxnSp>
        <p:nvCxnSpPr>
          <p:cNvPr id="9" name="Straight Connector 8"/>
          <p:cNvCxnSpPr/>
          <p:nvPr userDrawn="1"/>
        </p:nvCxnSpPr>
        <p:spPr>
          <a:xfrm>
            <a:off x="0" y="3573376"/>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7852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9" name="Straight Connector 8"/>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idx="1"/>
          </p:nvPr>
        </p:nvSpPr>
        <p:spPr/>
        <p:txBody>
          <a:body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spTree>
    <p:extLst>
      <p:ext uri="{BB962C8B-B14F-4D97-AF65-F5344CB8AC3E}">
        <p14:creationId xmlns:p14="http://schemas.microsoft.com/office/powerpoint/2010/main" val="2478531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Exa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idx="1"/>
          </p:nvPr>
        </p:nvSpPr>
        <p:spPr/>
        <p:txBody>
          <a:bodyPr/>
          <a:lstStyle>
            <a:lvl1pPr marL="274320" indent="-274320">
              <a:buFont typeface="+mj-lt"/>
              <a:buAutoNum type="arabicPeriod"/>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1pPr>
            <a:lvl2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2pPr>
            <a:lvl3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3pPr>
            <a:lvl4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4pPr>
            <a:lvl5pPr>
              <a:defRPr i="0">
                <a:solidFill>
                  <a:srgbClr val="002060"/>
                </a:solidFill>
                <a:latin typeface="CMU Bright" panose="02000603000000000000" pitchFamily="50" charset="0"/>
                <a:ea typeface="CMU Bright" panose="02000603000000000000" pitchFamily="50" charset="0"/>
                <a:cs typeface="CMU Bright" panose="02000603000000000000" pitchFamily="50" charset="0"/>
              </a:defRPr>
            </a:lvl5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cxnSp>
        <p:nvCxnSpPr>
          <p:cNvPr id="8" name="Straight Connector 7"/>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48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Content Placeholder 2"/>
          <p:cNvSpPr>
            <a:spLocks noGrp="1"/>
          </p:cNvSpPr>
          <p:nvPr>
            <p:ph idx="1"/>
          </p:nvPr>
        </p:nvSpPr>
        <p:spPr/>
        <p:txBody>
          <a:bodyPr>
            <a:normAutofit/>
          </a:bodyPr>
          <a:lstStyle>
            <a:lvl1pPr marL="0" indent="0">
              <a:buNone/>
              <a:defRPr sz="2000" b="0" spc="0">
                <a:solidFill>
                  <a:srgbClr val="0070C0"/>
                </a:solidFill>
                <a:latin typeface="Consolas" panose="020B0609020204030204" pitchFamily="49" charset="0"/>
                <a:cs typeface="Consolas" panose="020B0609020204030204" pitchFamily="49" charset="0"/>
              </a:defRPr>
            </a:lvl1pPr>
            <a:lvl2pPr>
              <a:defRPr sz="2400" b="0" spc="0">
                <a:solidFill>
                  <a:srgbClr val="0070C0"/>
                </a:solidFill>
                <a:latin typeface="Consolas" panose="020B0609020204030204" pitchFamily="49" charset="0"/>
                <a:cs typeface="Consolas" panose="020B0609020204030204" pitchFamily="49" charset="0"/>
              </a:defRPr>
            </a:lvl2pPr>
            <a:lvl3pPr>
              <a:defRPr sz="2000" b="0" spc="0">
                <a:solidFill>
                  <a:srgbClr val="0070C0"/>
                </a:solidFill>
                <a:latin typeface="Consolas" panose="020B0609020204030204" pitchFamily="49" charset="0"/>
                <a:cs typeface="Consolas" panose="020B0609020204030204" pitchFamily="49" charset="0"/>
              </a:defRPr>
            </a:lvl3pPr>
            <a:lvl4pPr>
              <a:defRPr sz="1800" b="0" spc="0">
                <a:solidFill>
                  <a:srgbClr val="0070C0"/>
                </a:solidFill>
                <a:latin typeface="Consolas" panose="020B0609020204030204" pitchFamily="49" charset="0"/>
                <a:cs typeface="Consolas" panose="020B0609020204030204" pitchFamily="49" charset="0"/>
              </a:defRPr>
            </a:lvl4pPr>
            <a:lvl5pPr>
              <a:defRPr sz="1600" b="0" spc="0">
                <a:solidFill>
                  <a:srgbClr val="0070C0"/>
                </a:solidFill>
                <a:latin typeface="Consolas" panose="020B0609020204030204" pitchFamily="49" charset="0"/>
                <a:cs typeface="Consolas" panose="020B0609020204030204" pitchFamily="49" charset="0"/>
              </a:defRPr>
            </a:lvl5pPr>
          </a:lstStyle>
          <a:p>
            <a:pPr lvl="0"/>
            <a:r>
              <a:rPr lang="vi-VN" noProof="0"/>
              <a:t>Click to edit Master text styles</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cxnSp>
        <p:nvCxnSpPr>
          <p:cNvPr id="8" name="Straight Connector 7"/>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02061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3815680"/>
            <a:ext cx="7886700" cy="2298888"/>
          </a:xfrm>
        </p:spPr>
        <p:txBody>
          <a:bodyPr anchor="t">
            <a:normAutofit/>
          </a:bodyPr>
          <a:lstStyle>
            <a:lvl1pPr>
              <a:defRPr sz="4800"/>
            </a:lvl1pPr>
          </a:lstStyle>
          <a:p>
            <a:r>
              <a:rPr lang="vi-VN" noProof="0"/>
              <a:t>Click to edit Master title style</a:t>
            </a:r>
          </a:p>
        </p:txBody>
      </p:sp>
      <p:sp>
        <p:nvSpPr>
          <p:cNvPr id="3" name="Text Placeholder 2"/>
          <p:cNvSpPr>
            <a:spLocks noGrp="1"/>
          </p:cNvSpPr>
          <p:nvPr>
            <p:ph type="body" idx="1"/>
          </p:nvPr>
        </p:nvSpPr>
        <p:spPr>
          <a:xfrm>
            <a:off x="623888" y="2315494"/>
            <a:ext cx="7886700" cy="1500186"/>
          </a:xfrm>
        </p:spPr>
        <p:txBody>
          <a:bodyPr anchor="b"/>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vi-VN" noProof="0"/>
              <a:t>Click to edit Master text styles</a:t>
            </a:r>
          </a:p>
        </p:txBody>
      </p:sp>
      <p:sp>
        <p:nvSpPr>
          <p:cNvPr id="4" name="Date Placeholder 3"/>
          <p:cNvSpPr>
            <a:spLocks noGrp="1"/>
          </p:cNvSpPr>
          <p:nvPr>
            <p:ph type="dt" sz="half" idx="10"/>
          </p:nvPr>
        </p:nvSpPr>
        <p:spPr/>
        <p:txBody>
          <a:bodyPr/>
          <a:lstStyle/>
          <a:p>
            <a:r>
              <a:rPr lang="en-US"/>
              <a:t>7/21/2014</a:t>
            </a:r>
          </a:p>
        </p:txBody>
      </p:sp>
      <p:sp>
        <p:nvSpPr>
          <p:cNvPr id="5" name="Footer Placeholder 4"/>
          <p:cNvSpPr>
            <a:spLocks noGrp="1"/>
          </p:cNvSpPr>
          <p:nvPr>
            <p:ph type="ftr" sz="quarter" idx="11"/>
          </p:nvPr>
        </p:nvSpPr>
        <p:spPr/>
        <p:txBody>
          <a:bodyPr/>
          <a:lstStyle/>
          <a:p>
            <a:r>
              <a:rPr lang="vi-VN"/>
              <a:t>TRƯƠNG XUÂN NAM</a:t>
            </a:r>
            <a:endParaRPr lang="en-US"/>
          </a:p>
        </p:txBody>
      </p:sp>
      <p:sp>
        <p:nvSpPr>
          <p:cNvPr id="6" name="Slide Number Placeholder 5"/>
          <p:cNvSpPr>
            <a:spLocks noGrp="1"/>
          </p:cNvSpPr>
          <p:nvPr>
            <p:ph type="sldNum" sz="quarter" idx="12"/>
          </p:nvPr>
        </p:nvSpPr>
        <p:spPr/>
        <p:txBody>
          <a:bodyPr/>
          <a:lstStyle/>
          <a:p>
            <a:fld id="{020861B7-279E-4E5B-B5F7-6735399FCDF0}" type="slidenum">
              <a:rPr lang="en-US" smtClean="0"/>
              <a:t>‹#›</a:t>
            </a:fld>
            <a:endParaRPr lang="en-US"/>
          </a:p>
        </p:txBody>
      </p:sp>
    </p:spTree>
    <p:extLst>
      <p:ext uri="{BB962C8B-B14F-4D97-AF65-F5344CB8AC3E}">
        <p14:creationId xmlns:p14="http://schemas.microsoft.com/office/powerpoint/2010/main" val="624061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163234" y="1540026"/>
            <a:ext cx="4276412" cy="4856038"/>
          </a:xfrm>
        </p:spPr>
        <p:txBody>
          <a:bodyPr>
            <a:normAutofit/>
          </a:bodyPr>
          <a:lstStyle>
            <a:lvl1pPr>
              <a:defRPr sz="2400"/>
            </a:lvl1pPr>
            <a:lvl2pPr>
              <a:defRPr sz="2000"/>
            </a:lvl2pPr>
            <a:lvl3pPr>
              <a:defRPr sz="2000"/>
            </a:lvl3pPr>
            <a:lvl4pPr>
              <a:defRPr sz="1800"/>
            </a:lvl4pPr>
            <a:lvl5pPr>
              <a:defRPr sz="1600"/>
            </a:lvl5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5" name="Text Placeholder 4"/>
          <p:cNvSpPr>
            <a:spLocks noGrp="1"/>
          </p:cNvSpPr>
          <p:nvPr>
            <p:ph type="body" sz="quarter" idx="3"/>
          </p:nvPr>
        </p:nvSpPr>
        <p:spPr>
          <a:xfrm>
            <a:off x="4692315" y="969809"/>
            <a:ext cx="4259179" cy="424369"/>
          </a:xfrm>
        </p:spPr>
        <p:txBody>
          <a:bodyPr anchor="b">
            <a:no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noProof="0"/>
              <a:t>Click to edit Master text styles</a:t>
            </a:r>
          </a:p>
        </p:txBody>
      </p:sp>
      <p:sp>
        <p:nvSpPr>
          <p:cNvPr id="6" name="Content Placeholder 5"/>
          <p:cNvSpPr>
            <a:spLocks noGrp="1"/>
          </p:cNvSpPr>
          <p:nvPr>
            <p:ph sz="quarter" idx="4"/>
          </p:nvPr>
        </p:nvSpPr>
        <p:spPr>
          <a:xfrm>
            <a:off x="4692315" y="1540025"/>
            <a:ext cx="4259179" cy="4856039"/>
          </a:xfrm>
        </p:spPr>
        <p:txBody>
          <a:bodyPr>
            <a:normAutofit/>
          </a:bodyPr>
          <a:lstStyle>
            <a:lvl1pPr>
              <a:defRPr sz="2400"/>
            </a:lvl1pPr>
            <a:lvl2pPr>
              <a:defRPr sz="2000"/>
            </a:lvl2pPr>
            <a:lvl3pPr>
              <a:defRPr sz="2000"/>
            </a:lvl3pPr>
            <a:lvl4pPr>
              <a:defRPr sz="1800"/>
            </a:lvl4pPr>
            <a:lvl5pPr>
              <a:defRPr sz="1600"/>
            </a:lvl5p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7" name="Date Placeholder 6"/>
          <p:cNvSpPr>
            <a:spLocks noGrp="1"/>
          </p:cNvSpPr>
          <p:nvPr>
            <p:ph type="dt" sz="half" idx="10"/>
          </p:nvPr>
        </p:nvSpPr>
        <p:spPr/>
        <p:txBody>
          <a:bodyPr/>
          <a:lstStyle/>
          <a:p>
            <a:r>
              <a:rPr lang="en-US"/>
              <a:t>7/21/2014</a:t>
            </a:r>
          </a:p>
        </p:txBody>
      </p:sp>
      <p:sp>
        <p:nvSpPr>
          <p:cNvPr id="8" name="Footer Placeholder 7"/>
          <p:cNvSpPr>
            <a:spLocks noGrp="1"/>
          </p:cNvSpPr>
          <p:nvPr>
            <p:ph type="ftr" sz="quarter" idx="11"/>
          </p:nvPr>
        </p:nvSpPr>
        <p:spPr/>
        <p:txBody>
          <a:bodyPr/>
          <a:lstStyle/>
          <a:p>
            <a:r>
              <a:rPr lang="vi-VN"/>
              <a:t>TRƯƠNG XUÂN NAM</a:t>
            </a:r>
            <a:endParaRPr lang="en-US"/>
          </a:p>
        </p:txBody>
      </p:sp>
      <p:sp>
        <p:nvSpPr>
          <p:cNvPr id="9" name="Slide Number Placeholder 8"/>
          <p:cNvSpPr>
            <a:spLocks noGrp="1"/>
          </p:cNvSpPr>
          <p:nvPr>
            <p:ph type="sldNum" sz="quarter" idx="12"/>
          </p:nvPr>
        </p:nvSpPr>
        <p:spPr/>
        <p:txBody>
          <a:bodyPr/>
          <a:lstStyle/>
          <a:p>
            <a:fld id="{020861B7-279E-4E5B-B5F7-6735399FCDF0}" type="slidenum">
              <a:rPr lang="en-US" smtClean="0"/>
              <a:t>‹#›</a:t>
            </a:fld>
            <a:endParaRPr lang="en-US"/>
          </a:p>
        </p:txBody>
      </p:sp>
      <p:cxnSp>
        <p:nvCxnSpPr>
          <p:cNvPr id="12" name="Straight Connector 11"/>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
        <p:nvSpPr>
          <p:cNvPr id="13" name="Title Placeholder 1"/>
          <p:cNvSpPr>
            <a:spLocks noGrp="1"/>
          </p:cNvSpPr>
          <p:nvPr>
            <p:ph type="title"/>
          </p:nvPr>
        </p:nvSpPr>
        <p:spPr>
          <a:xfrm>
            <a:off x="180467" y="172615"/>
            <a:ext cx="8771027" cy="597406"/>
          </a:xfrm>
          <a:prstGeom prst="rect">
            <a:avLst/>
          </a:prstGeom>
        </p:spPr>
        <p:txBody>
          <a:bodyPr vert="horz" lIns="91440" tIns="45720" rIns="91440" bIns="45720" rtlCol="0" anchor="ctr">
            <a:normAutofit/>
          </a:bodyPr>
          <a:lstStyle/>
          <a:p>
            <a:r>
              <a:rPr lang="vi-VN" noProof="0"/>
              <a:t>Click to edit Master title style</a:t>
            </a:r>
          </a:p>
        </p:txBody>
      </p:sp>
      <p:sp>
        <p:nvSpPr>
          <p:cNvPr id="14" name="Text Placeholder 4"/>
          <p:cNvSpPr>
            <a:spLocks noGrp="1"/>
          </p:cNvSpPr>
          <p:nvPr>
            <p:ph type="body" sz="quarter" idx="13"/>
          </p:nvPr>
        </p:nvSpPr>
        <p:spPr>
          <a:xfrm>
            <a:off x="180467" y="982583"/>
            <a:ext cx="4259179" cy="424369"/>
          </a:xfrm>
        </p:spPr>
        <p:txBody>
          <a:bodyPr anchor="b">
            <a:noAutofit/>
          </a:bodyPr>
          <a:lstStyle>
            <a:lvl1pPr marL="0" indent="0">
              <a:buNone/>
              <a:defRPr sz="24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noProof="0"/>
              <a:t>Click to edit Master text styles</a:t>
            </a:r>
          </a:p>
        </p:txBody>
      </p:sp>
    </p:spTree>
    <p:extLst>
      <p:ext uri="{BB962C8B-B14F-4D97-AF65-F5344CB8AC3E}">
        <p14:creationId xmlns:p14="http://schemas.microsoft.com/office/powerpoint/2010/main" val="3772457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noProof="0"/>
              <a:t>Click to edit Master title style</a:t>
            </a:r>
          </a:p>
        </p:txBody>
      </p:sp>
      <p:sp>
        <p:nvSpPr>
          <p:cNvPr id="3" name="Date Placeholder 2"/>
          <p:cNvSpPr>
            <a:spLocks noGrp="1"/>
          </p:cNvSpPr>
          <p:nvPr>
            <p:ph type="dt" sz="half" idx="10"/>
          </p:nvPr>
        </p:nvSpPr>
        <p:spPr/>
        <p:txBody>
          <a:bodyPr/>
          <a:lstStyle/>
          <a:p>
            <a:r>
              <a:rPr lang="en-US"/>
              <a:t>7/21/2014</a:t>
            </a:r>
          </a:p>
        </p:txBody>
      </p:sp>
      <p:sp>
        <p:nvSpPr>
          <p:cNvPr id="4" name="Footer Placeholder 3"/>
          <p:cNvSpPr>
            <a:spLocks noGrp="1"/>
          </p:cNvSpPr>
          <p:nvPr>
            <p:ph type="ftr" sz="quarter" idx="11"/>
          </p:nvPr>
        </p:nvSpPr>
        <p:spPr/>
        <p:txBody>
          <a:bodyPr/>
          <a:lstStyle/>
          <a:p>
            <a:r>
              <a:rPr lang="vi-VN"/>
              <a:t>TRƯƠNG XUÂN NAM</a:t>
            </a:r>
            <a:endParaRPr lang="en-US"/>
          </a:p>
        </p:txBody>
      </p:sp>
      <p:sp>
        <p:nvSpPr>
          <p:cNvPr id="5" name="Slide Number Placeholder 4"/>
          <p:cNvSpPr>
            <a:spLocks noGrp="1"/>
          </p:cNvSpPr>
          <p:nvPr>
            <p:ph type="sldNum" sz="quarter" idx="12"/>
          </p:nvPr>
        </p:nvSpPr>
        <p:spPr/>
        <p:txBody>
          <a:bodyPr/>
          <a:lstStyle/>
          <a:p>
            <a:fld id="{020861B7-279E-4E5B-B5F7-6735399FCDF0}" type="slidenum">
              <a:rPr lang="en-US" smtClean="0"/>
              <a:t>‹#›</a:t>
            </a:fld>
            <a:endParaRPr lang="en-US"/>
          </a:p>
        </p:txBody>
      </p:sp>
      <p:cxnSp>
        <p:nvCxnSpPr>
          <p:cNvPr id="7" name="Straight Connector 6"/>
          <p:cNvCxnSpPr/>
          <p:nvPr userDrawn="1"/>
        </p:nvCxnSpPr>
        <p:spPr>
          <a:xfrm>
            <a:off x="0" y="866277"/>
            <a:ext cx="9144000" cy="0"/>
          </a:xfrm>
          <a:prstGeom prst="line">
            <a:avLst/>
          </a:prstGeom>
          <a:ln w="3810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8594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7/21/2014</a:t>
            </a:r>
          </a:p>
        </p:txBody>
      </p:sp>
      <p:sp>
        <p:nvSpPr>
          <p:cNvPr id="3" name="Footer Placeholder 2"/>
          <p:cNvSpPr>
            <a:spLocks noGrp="1"/>
          </p:cNvSpPr>
          <p:nvPr>
            <p:ph type="ftr" sz="quarter" idx="11"/>
          </p:nvPr>
        </p:nvSpPr>
        <p:spPr/>
        <p:txBody>
          <a:bodyPr/>
          <a:lstStyle/>
          <a:p>
            <a:r>
              <a:rPr lang="vi-VN"/>
              <a:t>TRƯƠNG XUÂN NAM</a:t>
            </a:r>
            <a:endParaRPr lang="en-US"/>
          </a:p>
        </p:txBody>
      </p:sp>
      <p:sp>
        <p:nvSpPr>
          <p:cNvPr id="4" name="Slide Number Placeholder 3"/>
          <p:cNvSpPr>
            <a:spLocks noGrp="1"/>
          </p:cNvSpPr>
          <p:nvPr>
            <p:ph type="sldNum" sz="quarter" idx="12"/>
          </p:nvPr>
        </p:nvSpPr>
        <p:spPr/>
        <p:txBody>
          <a:bodyPr/>
          <a:lstStyle/>
          <a:p>
            <a:fld id="{020861B7-279E-4E5B-B5F7-6735399FCDF0}" type="slidenum">
              <a:rPr lang="en-US" smtClean="0"/>
              <a:t>‹#›</a:t>
            </a:fld>
            <a:endParaRPr lang="en-US"/>
          </a:p>
        </p:txBody>
      </p:sp>
    </p:spTree>
    <p:extLst>
      <p:ext uri="{BB962C8B-B14F-4D97-AF65-F5344CB8AC3E}">
        <p14:creationId xmlns:p14="http://schemas.microsoft.com/office/powerpoint/2010/main" val="1330733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0467" y="172615"/>
            <a:ext cx="8771027" cy="597406"/>
          </a:xfrm>
          <a:prstGeom prst="rect">
            <a:avLst/>
          </a:prstGeom>
        </p:spPr>
        <p:txBody>
          <a:bodyPr vert="horz" lIns="91440" tIns="45720" rIns="91440" bIns="45720" rtlCol="0" anchor="ctr">
            <a:normAutofit/>
          </a:bodyPr>
          <a:lstStyle/>
          <a:p>
            <a:r>
              <a:rPr lang="vi-VN" noProof="0"/>
              <a:t>Click to edit Master title style</a:t>
            </a:r>
          </a:p>
        </p:txBody>
      </p:sp>
      <p:sp>
        <p:nvSpPr>
          <p:cNvPr id="3" name="Text Placeholder 2"/>
          <p:cNvSpPr>
            <a:spLocks noGrp="1"/>
          </p:cNvSpPr>
          <p:nvPr>
            <p:ph type="body" idx="1"/>
          </p:nvPr>
        </p:nvSpPr>
        <p:spPr>
          <a:xfrm>
            <a:off x="180467" y="945761"/>
            <a:ext cx="8771027" cy="5462335"/>
          </a:xfrm>
          <a:prstGeom prst="rect">
            <a:avLst/>
          </a:prstGeom>
        </p:spPr>
        <p:txBody>
          <a:bodyPr vert="horz" lIns="91440" tIns="45720" rIns="91440" bIns="45720" rtlCol="0">
            <a:normAutofit/>
          </a:bodyPr>
          <a:lstStyle/>
          <a:p>
            <a:pPr lvl="0"/>
            <a:r>
              <a:rPr lang="vi-VN" noProof="0"/>
              <a:t>Click to edit Master text styles</a:t>
            </a:r>
          </a:p>
          <a:p>
            <a:pPr lvl="1"/>
            <a:r>
              <a:rPr lang="vi-VN" noProof="0"/>
              <a:t>Second level</a:t>
            </a:r>
          </a:p>
          <a:p>
            <a:pPr lvl="2"/>
            <a:r>
              <a:rPr lang="vi-VN" noProof="0"/>
              <a:t>Third level</a:t>
            </a:r>
          </a:p>
          <a:p>
            <a:pPr lvl="3"/>
            <a:r>
              <a:rPr lang="vi-VN" noProof="0"/>
              <a:t>Fourth level</a:t>
            </a:r>
          </a:p>
          <a:p>
            <a:pPr lvl="4"/>
            <a:r>
              <a:rPr lang="vi-VN" noProof="0"/>
              <a:t>Fifth level</a:t>
            </a:r>
          </a:p>
        </p:txBody>
      </p:sp>
      <p:sp>
        <p:nvSpPr>
          <p:cNvPr id="4" name="Date Placeholder 3"/>
          <p:cNvSpPr>
            <a:spLocks noGrp="1"/>
          </p:cNvSpPr>
          <p:nvPr>
            <p:ph type="dt" sz="half" idx="2"/>
          </p:nvPr>
        </p:nvSpPr>
        <p:spPr>
          <a:xfrm>
            <a:off x="180467" y="6492321"/>
            <a:ext cx="2057400" cy="305024"/>
          </a:xfrm>
          <a:prstGeom prst="rect">
            <a:avLst/>
          </a:prstGeom>
        </p:spPr>
        <p:txBody>
          <a:bodyPr vert="horz" lIns="91440" tIns="45720" rIns="91440" bIns="45720" rtlCol="0" anchor="ctr"/>
          <a:lstStyle>
            <a:lvl1pPr algn="l">
              <a:defRPr sz="1200">
                <a:solidFill>
                  <a:schemeClr val="tx1">
                    <a:tint val="75000"/>
                  </a:schemeClr>
                </a:solidFill>
                <a:latin typeface="Calibri" panose="020F0502020204030204" pitchFamily="34" charset="0"/>
                <a:cs typeface="Calibri" panose="020F0502020204030204" pitchFamily="34" charset="0"/>
              </a:defRPr>
            </a:lvl1pPr>
          </a:lstStyle>
          <a:p>
            <a:r>
              <a:rPr lang="en-US"/>
              <a:t>7/21/2014</a:t>
            </a:r>
          </a:p>
        </p:txBody>
      </p:sp>
      <p:sp>
        <p:nvSpPr>
          <p:cNvPr id="5" name="Footer Placeholder 4"/>
          <p:cNvSpPr>
            <a:spLocks noGrp="1"/>
          </p:cNvSpPr>
          <p:nvPr>
            <p:ph type="ftr" sz="quarter" idx="3"/>
          </p:nvPr>
        </p:nvSpPr>
        <p:spPr>
          <a:xfrm>
            <a:off x="3028950" y="6492321"/>
            <a:ext cx="3086100" cy="289315"/>
          </a:xfrm>
          <a:prstGeom prst="rect">
            <a:avLst/>
          </a:prstGeom>
        </p:spPr>
        <p:txBody>
          <a:bodyPr vert="horz" lIns="91440" tIns="45720" rIns="91440" bIns="45720" rtlCol="0" anchor="ctr"/>
          <a:lstStyle>
            <a:lvl1pPr algn="ctr">
              <a:defRPr sz="1200">
                <a:solidFill>
                  <a:schemeClr val="tx1">
                    <a:tint val="75000"/>
                  </a:schemeClr>
                </a:solidFill>
                <a:latin typeface="Calibri" panose="020F0502020204030204" pitchFamily="34" charset="0"/>
                <a:cs typeface="Calibri" panose="020F0502020204030204" pitchFamily="34" charset="0"/>
              </a:defRPr>
            </a:lvl1pPr>
          </a:lstStyle>
          <a:p>
            <a:r>
              <a:rPr lang="vi-VN"/>
              <a:t>TRƯƠNG XUÂN NAM</a:t>
            </a:r>
            <a:endParaRPr lang="en-US"/>
          </a:p>
        </p:txBody>
      </p:sp>
      <p:sp>
        <p:nvSpPr>
          <p:cNvPr id="6" name="Slide Number Placeholder 5"/>
          <p:cNvSpPr>
            <a:spLocks noGrp="1"/>
          </p:cNvSpPr>
          <p:nvPr>
            <p:ph type="sldNum" sz="quarter" idx="4"/>
          </p:nvPr>
        </p:nvSpPr>
        <p:spPr>
          <a:xfrm>
            <a:off x="6894094" y="6492320"/>
            <a:ext cx="2057400" cy="289315"/>
          </a:xfrm>
          <a:prstGeom prst="rect">
            <a:avLst/>
          </a:prstGeom>
        </p:spPr>
        <p:txBody>
          <a:bodyPr vert="horz" lIns="91440" tIns="45720" rIns="91440" bIns="45720" rtlCol="0" anchor="ctr"/>
          <a:lstStyle>
            <a:lvl1pPr algn="r">
              <a:defRPr sz="1200">
                <a:solidFill>
                  <a:schemeClr val="tx1">
                    <a:tint val="75000"/>
                  </a:schemeClr>
                </a:solidFill>
                <a:latin typeface="Calibri" panose="020F0502020204030204" pitchFamily="34" charset="0"/>
                <a:cs typeface="Calibri" panose="020F0502020204030204" pitchFamily="34" charset="0"/>
              </a:defRPr>
            </a:lvl1pPr>
          </a:lstStyle>
          <a:p>
            <a:fld id="{020861B7-279E-4E5B-B5F7-6735399FCDF0}" type="slidenum">
              <a:rPr lang="en-US" smtClean="0"/>
              <a:pPr/>
              <a:t>‹#›</a:t>
            </a:fld>
            <a:endParaRPr lang="en-US"/>
          </a:p>
        </p:txBody>
      </p:sp>
    </p:spTree>
    <p:extLst>
      <p:ext uri="{BB962C8B-B14F-4D97-AF65-F5344CB8AC3E}">
        <p14:creationId xmlns:p14="http://schemas.microsoft.com/office/powerpoint/2010/main" val="3585064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6" r:id="rId4"/>
    <p:sldLayoutId id="2147483651" r:id="rId5"/>
    <p:sldLayoutId id="2147483653" r:id="rId6"/>
    <p:sldLayoutId id="2147483654" r:id="rId7"/>
    <p:sldLayoutId id="2147483655" r:id="rId8"/>
  </p:sldLayoutIdLst>
  <p:hf hdr="0" dt="0"/>
  <p:txStyles>
    <p:titleStyle>
      <a:lvl1pPr algn="l" defTabSz="685800" rtl="0" eaLnBrk="1" latinLnBrk="0" hangingPunct="1">
        <a:lnSpc>
          <a:spcPct val="90000"/>
        </a:lnSpc>
        <a:spcBef>
          <a:spcPct val="0"/>
        </a:spcBef>
        <a:buNone/>
        <a:defRPr sz="4000" kern="1200">
          <a:solidFill>
            <a:srgbClr val="57257D"/>
          </a:solidFill>
          <a:latin typeface="+mn-lt"/>
          <a:ea typeface="+mj-ea"/>
          <a:cs typeface="Calibri" panose="020F0502020204030204" pitchFamily="34" charset="0"/>
        </a:defRPr>
      </a:lvl1pPr>
    </p:titleStyle>
    <p:bodyStyle>
      <a:lvl1pPr marL="274320" indent="-274320" algn="l" defTabSz="685800" rtl="0" eaLnBrk="1" latinLnBrk="0" hangingPunct="1">
        <a:lnSpc>
          <a:spcPct val="100000"/>
        </a:lnSpc>
        <a:spcBef>
          <a:spcPts val="750"/>
        </a:spcBef>
        <a:buClr>
          <a:srgbClr val="FF0000"/>
        </a:buClr>
        <a:buFont typeface="Wingdings" panose="05000000000000000000" pitchFamily="2" charset="2"/>
        <a:buChar char="§"/>
        <a:defRPr sz="2800" kern="1200">
          <a:solidFill>
            <a:schemeClr val="tx1"/>
          </a:solidFill>
          <a:latin typeface="Calibri" panose="020F0502020204030204" pitchFamily="34" charset="0"/>
          <a:ea typeface="+mn-ea"/>
          <a:cs typeface="Calibri" panose="020F0502020204030204" pitchFamily="34" charset="0"/>
        </a:defRPr>
      </a:lvl1pPr>
      <a:lvl2pPr marL="731520" indent="-274320" algn="l" defTabSz="685800" rtl="0" eaLnBrk="1" latinLnBrk="0" hangingPunct="1">
        <a:lnSpc>
          <a:spcPct val="100000"/>
        </a:lnSpc>
        <a:spcBef>
          <a:spcPts val="375"/>
        </a:spcBef>
        <a:buFont typeface="Wingdings" panose="05000000000000000000" pitchFamily="2" charset="2"/>
        <a:buChar char="§"/>
        <a:defRPr sz="2400" kern="1200">
          <a:solidFill>
            <a:schemeClr val="tx1"/>
          </a:solidFill>
          <a:latin typeface="Calibri" panose="020F0502020204030204" pitchFamily="34" charset="0"/>
          <a:ea typeface="+mn-ea"/>
          <a:cs typeface="Calibri" panose="020F0502020204030204" pitchFamily="34" charset="0"/>
        </a:defRPr>
      </a:lvl2pPr>
      <a:lvl3pPr marL="1097280" indent="-171450" algn="l" defTabSz="685800" rtl="0" eaLnBrk="1" latinLnBrk="0" hangingPunct="1">
        <a:lnSpc>
          <a:spcPct val="100000"/>
        </a:lnSpc>
        <a:spcBef>
          <a:spcPts val="375"/>
        </a:spcBef>
        <a:buFont typeface="Arial" panose="020B0604020202020204" pitchFamily="34" charset="0"/>
        <a:buChar char="•"/>
        <a:defRPr sz="2200" kern="1200">
          <a:solidFill>
            <a:schemeClr val="tx1"/>
          </a:solidFill>
          <a:latin typeface="Calibri" panose="020F0502020204030204" pitchFamily="34" charset="0"/>
          <a:ea typeface="+mn-ea"/>
          <a:cs typeface="Calibri" panose="020F0502020204030204" pitchFamily="34" charset="0"/>
        </a:defRPr>
      </a:lvl3pPr>
      <a:lvl4pPr marL="1463040" indent="-171450" algn="l" defTabSz="685800" rtl="0" eaLnBrk="1" latinLnBrk="0" hangingPunct="1">
        <a:lnSpc>
          <a:spcPct val="100000"/>
        </a:lnSpc>
        <a:spcBef>
          <a:spcPts val="375"/>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828800" indent="-171450" algn="l" defTabSz="685800" rtl="0" eaLnBrk="1" latinLnBrk="0" hangingPunct="1">
        <a:lnSpc>
          <a:spcPct val="100000"/>
        </a:lnSpc>
        <a:spcBef>
          <a:spcPts val="375"/>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vi-VN" noProof="1"/>
              <a:t>LẬP TRÌNH PYTHON</a:t>
            </a:r>
          </a:p>
        </p:txBody>
      </p:sp>
      <p:sp>
        <p:nvSpPr>
          <p:cNvPr id="3" name="Subtitle 2"/>
          <p:cNvSpPr>
            <a:spLocks noGrp="1"/>
          </p:cNvSpPr>
          <p:nvPr>
            <p:ph type="subTitle" idx="1"/>
          </p:nvPr>
        </p:nvSpPr>
        <p:spPr/>
        <p:txBody>
          <a:bodyPr/>
          <a:lstStyle/>
          <a:p>
            <a:r>
              <a:rPr lang="vi-VN" noProof="1"/>
              <a:t>Bài tập 3</a:t>
            </a:r>
          </a:p>
        </p:txBody>
      </p:sp>
    </p:spTree>
    <p:extLst>
      <p:ext uri="{BB962C8B-B14F-4D97-AF65-F5344CB8AC3E}">
        <p14:creationId xmlns:p14="http://schemas.microsoft.com/office/powerpoint/2010/main" val="1997285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0467" y="172615"/>
            <a:ext cx="8771027" cy="597406"/>
          </a:xfrm>
        </p:spPr>
        <p:txBody>
          <a:bodyPr>
            <a:normAutofit fontScale="90000"/>
          </a:bodyPr>
          <a:lstStyle/>
          <a:p>
            <a:r>
              <a:rPr lang="vi-VN" noProof="1"/>
              <a:t>Bài tập</a:t>
            </a:r>
          </a:p>
        </p:txBody>
      </p:sp>
      <p:sp>
        <p:nvSpPr>
          <p:cNvPr id="7" name="Content Placeholder 6"/>
          <p:cNvSpPr>
            <a:spLocks noGrp="1"/>
          </p:cNvSpPr>
          <p:nvPr>
            <p:ph idx="1"/>
          </p:nvPr>
        </p:nvSpPr>
        <p:spPr>
          <a:xfrm>
            <a:off x="180467" y="945761"/>
            <a:ext cx="8771027" cy="5462335"/>
          </a:xfrm>
        </p:spPr>
        <p:txBody>
          <a:bodyPr>
            <a:noAutofit/>
          </a:bodyPr>
          <a:lstStyle/>
          <a:p>
            <a:r>
              <a:rPr lang="vi-VN" noProof="1"/>
              <a:t>Một chuỗi nhị phân (chỉ gồm các chữ số 0 hoặc 1) được gọi là không-lặp-bậc-k nếu không có hai chuỗi con liên tiếp độ dài k của chúng trùng nhau. Hãy nhập và kiểm tra xem một chuỗi có phải không lặp bậc k?</a:t>
            </a:r>
          </a:p>
          <a:p>
            <a:pPr lvl="1"/>
            <a:r>
              <a:rPr lang="vi-VN" noProof="1"/>
              <a:t>Ví dụ:	s = 1010, k = 3	=&gt; đúng</a:t>
            </a:r>
            <a:br>
              <a:rPr lang="vi-VN" noProof="1"/>
            </a:br>
            <a:r>
              <a:rPr lang="vi-VN" noProof="1"/>
              <a:t>		s = 1010, k = 2	=&gt; sai</a:t>
            </a:r>
          </a:p>
          <a:p>
            <a:r>
              <a:rPr lang="vi-VN" noProof="1"/>
              <a:t>Nhập hai dãy số A và B, mỗi dãy số được viết trên một dòng, ngăn cách giữa các phần tử bởi dấu cách. Tìm số nhỏ nhất trong A nhưng không có trong B:</a:t>
            </a:r>
          </a:p>
          <a:p>
            <a:pPr lvl="1"/>
            <a:r>
              <a:rPr lang="vi-VN" noProof="1"/>
              <a:t>Trường hợp không tồn tại số như vậy, in ra “không có”</a:t>
            </a:r>
          </a:p>
          <a:p>
            <a:pPr lvl="1"/>
            <a:r>
              <a:rPr lang="vi-VN" noProof="1"/>
              <a:t>Trường hợp có nhiều phần tử như vậy trong A, in ra vị trí xuất hiện cuối cùng của phần tử trong A</a:t>
            </a:r>
          </a:p>
        </p:txBody>
      </p:sp>
      <p:sp>
        <p:nvSpPr>
          <p:cNvPr id="4" name="Footer Placeholder 3"/>
          <p:cNvSpPr>
            <a:spLocks noGrp="1"/>
          </p:cNvSpPr>
          <p:nvPr>
            <p:ph type="ftr" sz="quarter" idx="11"/>
          </p:nvPr>
        </p:nvSpPr>
        <p:spPr>
          <a:xfrm>
            <a:off x="3028950" y="6492321"/>
            <a:ext cx="3086100" cy="289315"/>
          </a:xfrm>
        </p:spPr>
        <p:txBody>
          <a:bodyPr/>
          <a:lstStyle/>
          <a:p>
            <a:r>
              <a:rPr lang="vi-VN"/>
              <a:t>TRƯƠNG XUÂN NAM</a:t>
            </a:r>
            <a:endParaRPr lang="en-US"/>
          </a:p>
        </p:txBody>
      </p:sp>
      <p:sp>
        <p:nvSpPr>
          <p:cNvPr id="5" name="Slide Number Placeholder 4"/>
          <p:cNvSpPr>
            <a:spLocks noGrp="1"/>
          </p:cNvSpPr>
          <p:nvPr>
            <p:ph type="sldNum" sz="quarter" idx="12"/>
          </p:nvPr>
        </p:nvSpPr>
        <p:spPr>
          <a:xfrm>
            <a:off x="6894094" y="6492320"/>
            <a:ext cx="2057400" cy="289315"/>
          </a:xfrm>
        </p:spPr>
        <p:txBody>
          <a:bodyPr/>
          <a:lstStyle/>
          <a:p>
            <a:fld id="{020861B7-279E-4E5B-B5F7-6735399FCDF0}" type="slidenum">
              <a:rPr lang="en-US" smtClean="0"/>
              <a:pPr/>
              <a:t>2</a:t>
            </a:fld>
            <a:endParaRPr lang="en-US"/>
          </a:p>
        </p:txBody>
      </p:sp>
    </p:spTree>
    <p:extLst>
      <p:ext uri="{BB962C8B-B14F-4D97-AF65-F5344CB8AC3E}">
        <p14:creationId xmlns:p14="http://schemas.microsoft.com/office/powerpoint/2010/main" val="876261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0467" y="172615"/>
            <a:ext cx="8771027" cy="597406"/>
          </a:xfrm>
        </p:spPr>
        <p:txBody>
          <a:bodyPr>
            <a:normAutofit fontScale="90000"/>
          </a:bodyPr>
          <a:lstStyle/>
          <a:p>
            <a:r>
              <a:rPr lang="vi-VN" noProof="1"/>
              <a:t>Bài tập</a:t>
            </a:r>
          </a:p>
        </p:txBody>
      </p:sp>
      <mc:AlternateContent xmlns:mc="http://schemas.openxmlformats.org/markup-compatibility/2006">
        <mc:Choice xmlns:a14="http://schemas.microsoft.com/office/drawing/2010/main" Requires="a14">
          <p:sp>
            <p:nvSpPr>
              <p:cNvPr id="7" name="Content Placeholder 6"/>
              <p:cNvSpPr>
                <a:spLocks noGrp="1"/>
              </p:cNvSpPr>
              <p:nvPr>
                <p:ph idx="1"/>
              </p:nvPr>
            </p:nvSpPr>
            <p:spPr>
              <a:xfrm>
                <a:off x="180467" y="945761"/>
                <a:ext cx="8771027" cy="5462335"/>
              </a:xfrm>
            </p:spPr>
            <p:txBody>
              <a:bodyPr>
                <a:noAutofit/>
              </a:bodyPr>
              <a:lstStyle/>
              <a:p>
                <a:pPr>
                  <a:buFont typeface="+mj-lt"/>
                  <a:buAutoNum type="arabicPeriod" startAt="3"/>
                </a:pPr>
                <a:r>
                  <a:rPr lang="en-US"/>
                  <a:t>Với một số nguyên dương N, ta định nghĩa phép biến đổi C như sau:</a:t>
                </a:r>
                <a:br>
                  <a:rPr lang="en-US">
                    <a:latin typeface="Cambria Math" panose="02040503050406030204" pitchFamily="18" charset="0"/>
                  </a:rPr>
                </a:br>
                <a14:m>
                  <m:oMath xmlns:m="http://schemas.openxmlformats.org/officeDocument/2006/math">
                    <m:r>
                      <a:rPr lang="en-US" smtClean="0">
                        <a:latin typeface="Cambria Math" panose="02040503050406030204" pitchFamily="18" charset="0"/>
                      </a:rPr>
                      <m:t>𝐶</m:t>
                    </m:r>
                    <m:d>
                      <m:dPr>
                        <m:ctrlPr>
                          <a:rPr lang="vi-VN" i="1">
                            <a:latin typeface="Cambria Math" panose="02040503050406030204" pitchFamily="18" charset="0"/>
                          </a:rPr>
                        </m:ctrlPr>
                      </m:dPr>
                      <m:e>
                        <m:r>
                          <a:rPr lang="en-US" smtClean="0">
                            <a:latin typeface="Cambria Math" panose="02040503050406030204" pitchFamily="18" charset="0"/>
                          </a:rPr>
                          <m:t>𝑁</m:t>
                        </m:r>
                      </m:e>
                    </m:d>
                    <m:r>
                      <a:rPr lang="en-US" smtClean="0">
                        <a:latin typeface="Cambria Math" panose="02040503050406030204" pitchFamily="18" charset="0"/>
                      </a:rPr>
                      <m:t>=</m:t>
                    </m:r>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𝑁</m:t>
                                    </m:r>
                                    <m:r>
                                      <a:rPr lang="en-US" b="0" i="1" smtClean="0">
                                        <a:latin typeface="Cambria Math" panose="02040503050406030204" pitchFamily="18" charset="0"/>
                                      </a:rPr>
                                      <m:t>/2</m:t>
                                    </m:r>
                                  </m:e>
                                </m:mr>
                                <m:mr>
                                  <m:e>
                                    <m:r>
                                      <a:rPr lang="en-US" b="0" i="1" smtClean="0">
                                        <a:latin typeface="Cambria Math" panose="02040503050406030204" pitchFamily="18" charset="0"/>
                                      </a:rPr>
                                      <m:t>3</m:t>
                                    </m:r>
                                    <m:r>
                                      <a:rPr lang="en-US" b="0" i="1" smtClean="0">
                                        <a:latin typeface="Cambria Math" panose="02040503050406030204" pitchFamily="18" charset="0"/>
                                      </a:rPr>
                                      <m:t>𝑁</m:t>
                                    </m:r>
                                    <m:r>
                                      <a:rPr lang="en-US" b="0" i="1" smtClean="0">
                                        <a:latin typeface="Cambria Math" panose="02040503050406030204" pitchFamily="18" charset="0"/>
                                      </a:rPr>
                                      <m:t>+1</m:t>
                                    </m:r>
                                  </m:e>
                                </m:mr>
                              </m:m>
                            </m:e>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𝑛</m:t>
                                    </m:r>
                                    <m:r>
                                      <a:rPr lang="en-US" b="0" i="1" smtClean="0">
                                        <a:latin typeface="Cambria Math" panose="02040503050406030204" pitchFamily="18" charset="0"/>
                                      </a:rPr>
                                      <m:t>ế</m:t>
                                    </m:r>
                                    <m:r>
                                      <a:rPr lang="en-US" b="0" i="1" smtClean="0">
                                        <a:latin typeface="Cambria Math" panose="02040503050406030204" pitchFamily="18" charset="0"/>
                                      </a:rPr>
                                      <m:t>𝑢</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 </m:t>
                                    </m:r>
                                    <m:r>
                                      <a:rPr lang="en-US" b="0" i="1" smtClean="0">
                                        <a:latin typeface="Cambria Math" panose="02040503050406030204" pitchFamily="18" charset="0"/>
                                      </a:rPr>
                                      <m:t>𝑐h</m:t>
                                    </m:r>
                                    <m:r>
                                      <a:rPr lang="en-US" b="0" i="1" smtClean="0">
                                        <a:latin typeface="Cambria Math" panose="02040503050406030204" pitchFamily="18" charset="0"/>
                                      </a:rPr>
                                      <m:t>ẵ</m:t>
                                    </m:r>
                                    <m:r>
                                      <a:rPr lang="en-US" b="0" i="1" smtClean="0">
                                        <a:latin typeface="Cambria Math" panose="02040503050406030204" pitchFamily="18" charset="0"/>
                                      </a:rPr>
                                      <m:t>𝑛</m:t>
                                    </m:r>
                                  </m:e>
                                </m:mr>
                                <m:mr>
                                  <m:e>
                                    <m:r>
                                      <a:rPr lang="en-US" b="0" i="1" smtClean="0">
                                        <a:latin typeface="Cambria Math" panose="02040503050406030204" pitchFamily="18" charset="0"/>
                                      </a:rPr>
                                      <m:t>𝑛</m:t>
                                    </m:r>
                                    <m:r>
                                      <a:rPr lang="en-US" b="0" i="1" smtClean="0">
                                        <a:latin typeface="Cambria Math" panose="02040503050406030204" pitchFamily="18" charset="0"/>
                                      </a:rPr>
                                      <m:t>ế</m:t>
                                    </m:r>
                                    <m:r>
                                      <a:rPr lang="en-US" b="0" i="1" smtClean="0">
                                        <a:latin typeface="Cambria Math" panose="02040503050406030204" pitchFamily="18" charset="0"/>
                                      </a:rPr>
                                      <m:t>𝑢</m:t>
                                    </m:r>
                                    <m:r>
                                      <a:rPr lang="en-US" b="0" i="1" smtClean="0">
                                        <a:latin typeface="Cambria Math" panose="02040503050406030204" pitchFamily="18" charset="0"/>
                                      </a:rPr>
                                      <m:t> </m:t>
                                    </m:r>
                                    <m:r>
                                      <a:rPr lang="en-US" b="0" i="1" smtClean="0">
                                        <a:latin typeface="Cambria Math" panose="02040503050406030204" pitchFamily="18" charset="0"/>
                                      </a:rPr>
                                      <m:t>𝑁</m:t>
                                    </m:r>
                                    <m:r>
                                      <a:rPr lang="en-US" b="0" i="1" smtClean="0">
                                        <a:latin typeface="Cambria Math" panose="02040503050406030204" pitchFamily="18" charset="0"/>
                                      </a:rPr>
                                      <m:t> </m:t>
                                    </m:r>
                                    <m:r>
                                      <a:rPr lang="en-US" b="0" i="1" smtClean="0">
                                        <a:latin typeface="Cambria Math" panose="02040503050406030204" pitchFamily="18" charset="0"/>
                                      </a:rPr>
                                      <m:t>𝑙</m:t>
                                    </m:r>
                                    <m:r>
                                      <a:rPr lang="en-US" b="0" i="1" smtClean="0">
                                        <a:latin typeface="Cambria Math" panose="02040503050406030204" pitchFamily="18" charset="0"/>
                                      </a:rPr>
                                      <m:t>ẻ</m:t>
                                    </m:r>
                                  </m:e>
                                </m:mr>
                              </m:m>
                            </m:e>
                          </m:mr>
                        </m:m>
                      </m:e>
                    </m:d>
                  </m:oMath>
                </a14:m>
                <a:br>
                  <a:rPr lang="en-US"/>
                </a:br>
                <a:r>
                  <a:rPr lang="en-US"/>
                  <a:t>Áp dụng liên tiếp phép biến đổi C trên một số bất kỳ, ta sẽ thu được số 1, quá trình này còn gọi là biến đổi collatz.</a:t>
                </a:r>
                <a:br>
                  <a:rPr lang="en-US"/>
                </a:br>
                <a:r>
                  <a:rPr lang="en-US"/>
                  <a:t>Chẳng hạn với số 13 quá trình biến đổi sẽ như sau:</a:t>
                </a:r>
                <a:br>
                  <a:rPr lang="en-US">
                    <a:latin typeface="Cambria Math" panose="02040503050406030204" pitchFamily="18" charset="0"/>
                  </a:rPr>
                </a:br>
                <a14:m>
                  <m:oMath xmlns:m="http://schemas.openxmlformats.org/officeDocument/2006/math">
                    <m:r>
                      <a:rPr lang="en-US">
                        <a:latin typeface="Cambria Math" panose="02040503050406030204" pitchFamily="18" charset="0"/>
                      </a:rPr>
                      <m:t>13→40→20→10→5→16→8→4→2→1</m:t>
                    </m:r>
                  </m:oMath>
                </a14:m>
                <a:br>
                  <a:rPr lang="en-US"/>
                </a:br>
                <a:r>
                  <a:rPr lang="en-US"/>
                  <a:t>Viết chương trình nhập vào số N nguyên dương và in ra quá trình biến đổi số N về số 1.</a:t>
                </a:r>
                <a:endParaRPr lang="vi-VN"/>
              </a:p>
            </p:txBody>
          </p:sp>
        </mc:Choice>
        <mc:Fallback>
          <p:sp>
            <p:nvSpPr>
              <p:cNvPr id="7" name="Content Placeholder 6"/>
              <p:cNvSpPr>
                <a:spLocks noGrp="1" noRot="1" noChangeAspect="1" noMove="1" noResize="1" noEditPoints="1" noAdjustHandles="1" noChangeArrowheads="1" noChangeShapeType="1" noTextEdit="1"/>
              </p:cNvSpPr>
              <p:nvPr>
                <p:ph idx="1"/>
              </p:nvPr>
            </p:nvSpPr>
            <p:spPr>
              <a:xfrm>
                <a:off x="180467" y="945761"/>
                <a:ext cx="8771027" cy="5462335"/>
              </a:xfrm>
              <a:blipFill>
                <a:blip r:embed="rId2"/>
                <a:stretch>
                  <a:fillRect l="-1321" t="-1116" r="-1182"/>
                </a:stretch>
              </a:blipFill>
            </p:spPr>
            <p:txBody>
              <a:bodyPr/>
              <a:lstStyle/>
              <a:p>
                <a:r>
                  <a:rPr lang="vi-VN">
                    <a:noFill/>
                  </a:rPr>
                  <a:t> </a:t>
                </a:r>
              </a:p>
            </p:txBody>
          </p:sp>
        </mc:Fallback>
      </mc:AlternateContent>
      <p:sp>
        <p:nvSpPr>
          <p:cNvPr id="4" name="Footer Placeholder 3"/>
          <p:cNvSpPr>
            <a:spLocks noGrp="1"/>
          </p:cNvSpPr>
          <p:nvPr>
            <p:ph type="ftr" sz="quarter" idx="11"/>
          </p:nvPr>
        </p:nvSpPr>
        <p:spPr>
          <a:xfrm>
            <a:off x="3028950" y="6492321"/>
            <a:ext cx="3086100" cy="289315"/>
          </a:xfrm>
        </p:spPr>
        <p:txBody>
          <a:bodyPr/>
          <a:lstStyle/>
          <a:p>
            <a:r>
              <a:rPr lang="vi-VN"/>
              <a:t>TRƯƠNG XUÂN NAM</a:t>
            </a:r>
            <a:endParaRPr lang="en-US"/>
          </a:p>
        </p:txBody>
      </p:sp>
      <p:sp>
        <p:nvSpPr>
          <p:cNvPr id="5" name="Slide Number Placeholder 4"/>
          <p:cNvSpPr>
            <a:spLocks noGrp="1"/>
          </p:cNvSpPr>
          <p:nvPr>
            <p:ph type="sldNum" sz="quarter" idx="12"/>
          </p:nvPr>
        </p:nvSpPr>
        <p:spPr>
          <a:xfrm>
            <a:off x="6894094" y="6492320"/>
            <a:ext cx="2057400" cy="289315"/>
          </a:xfrm>
        </p:spPr>
        <p:txBody>
          <a:bodyPr/>
          <a:lstStyle/>
          <a:p>
            <a:fld id="{020861B7-279E-4E5B-B5F7-6735399FCDF0}" type="slidenum">
              <a:rPr lang="en-US" smtClean="0"/>
              <a:pPr/>
              <a:t>3</a:t>
            </a:fld>
            <a:endParaRPr lang="en-US"/>
          </a:p>
        </p:txBody>
      </p:sp>
    </p:spTree>
    <p:extLst>
      <p:ext uri="{BB962C8B-B14F-4D97-AF65-F5344CB8AC3E}">
        <p14:creationId xmlns:p14="http://schemas.microsoft.com/office/powerpoint/2010/main" val="413005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80467" y="172615"/>
            <a:ext cx="8771027" cy="597406"/>
          </a:xfrm>
        </p:spPr>
        <p:txBody>
          <a:bodyPr>
            <a:normAutofit fontScale="90000"/>
          </a:bodyPr>
          <a:lstStyle/>
          <a:p>
            <a:r>
              <a:rPr lang="vi-VN" noProof="1"/>
              <a:t>Bài tập</a:t>
            </a:r>
          </a:p>
        </p:txBody>
      </p:sp>
      <p:sp>
        <p:nvSpPr>
          <p:cNvPr id="7" name="Content Placeholder 6"/>
          <p:cNvSpPr>
            <a:spLocks noGrp="1"/>
          </p:cNvSpPr>
          <p:nvPr>
            <p:ph idx="1"/>
          </p:nvPr>
        </p:nvSpPr>
        <p:spPr>
          <a:xfrm>
            <a:off x="180467" y="945761"/>
            <a:ext cx="8771027" cy="5462335"/>
          </a:xfrm>
        </p:spPr>
        <p:txBody>
          <a:bodyPr>
            <a:noAutofit/>
          </a:bodyPr>
          <a:lstStyle/>
          <a:p>
            <a:pPr>
              <a:buFont typeface="+mj-lt"/>
              <a:buAutoNum type="arabicPeriod" startAt="4"/>
            </a:pPr>
            <a:r>
              <a:rPr lang="vi-VN"/>
              <a:t>Một loại vi khuẩn đặc biệt A được nuôi cấy trong môi trường dinh dưỡng đặc biệt, cứ sau một giờ sẽ sản sinh thêm một số cá thể mới.</a:t>
            </a:r>
            <a:br>
              <a:rPr lang="vi-VN"/>
            </a:br>
            <a:r>
              <a:rPr lang="vi-VN"/>
              <a:t>Người ta nhận thấy rằng vào thời điểm giờ chẵn, số vi khuẩn sẽ tăng gấp đôi, nhưng vào thời điểm giờ lẻ, số vi khuẩn chỉ tăng thêm tối đa 30%.</a:t>
            </a:r>
            <a:br>
              <a:rPr lang="vi-VN"/>
            </a:br>
            <a:r>
              <a:rPr lang="vi-VN"/>
              <a:t>Với N con vi khuẩn ban đầu, sau H giờ đồng hồ, sẽ có tối đa bao nhiêu vi khuẩn?</a:t>
            </a:r>
            <a:br>
              <a:rPr lang="vi-VN"/>
            </a:br>
            <a:r>
              <a:rPr lang="vi-VN"/>
              <a:t>Ví dụ:	N = 1, H = 2		=&gt; kết quả = 2</a:t>
            </a:r>
            <a:br>
              <a:rPr lang="vi-VN"/>
            </a:br>
            <a:r>
              <a:rPr lang="vi-VN"/>
              <a:t>		N = 2, H = 10	=&gt; kết quả = 170</a:t>
            </a:r>
          </a:p>
        </p:txBody>
      </p:sp>
      <p:sp>
        <p:nvSpPr>
          <p:cNvPr id="4" name="Footer Placeholder 3"/>
          <p:cNvSpPr>
            <a:spLocks noGrp="1"/>
          </p:cNvSpPr>
          <p:nvPr>
            <p:ph type="ftr" sz="quarter" idx="11"/>
          </p:nvPr>
        </p:nvSpPr>
        <p:spPr>
          <a:xfrm>
            <a:off x="3028950" y="6492321"/>
            <a:ext cx="3086100" cy="289315"/>
          </a:xfrm>
        </p:spPr>
        <p:txBody>
          <a:bodyPr/>
          <a:lstStyle/>
          <a:p>
            <a:r>
              <a:rPr lang="vi-VN"/>
              <a:t>TRƯƠNG XUÂN NAM</a:t>
            </a:r>
            <a:endParaRPr lang="en-US"/>
          </a:p>
        </p:txBody>
      </p:sp>
      <p:sp>
        <p:nvSpPr>
          <p:cNvPr id="5" name="Slide Number Placeholder 4"/>
          <p:cNvSpPr>
            <a:spLocks noGrp="1"/>
          </p:cNvSpPr>
          <p:nvPr>
            <p:ph type="sldNum" sz="quarter" idx="12"/>
          </p:nvPr>
        </p:nvSpPr>
        <p:spPr>
          <a:xfrm>
            <a:off x="6894094" y="6492320"/>
            <a:ext cx="2057400" cy="289315"/>
          </a:xfrm>
        </p:spPr>
        <p:txBody>
          <a:bodyPr/>
          <a:lstStyle/>
          <a:p>
            <a:fld id="{020861B7-279E-4E5B-B5F7-6735399FCDF0}" type="slidenum">
              <a:rPr lang="en-US" smtClean="0"/>
              <a:pPr/>
              <a:t>4</a:t>
            </a:fld>
            <a:endParaRPr lang="en-US"/>
          </a:p>
        </p:txBody>
      </p:sp>
    </p:spTree>
    <p:extLst>
      <p:ext uri="{BB962C8B-B14F-4D97-AF65-F5344CB8AC3E}">
        <p14:creationId xmlns:p14="http://schemas.microsoft.com/office/powerpoint/2010/main" val="1983216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ECB35-3EF2-4007-ADEF-D7A67ECC3997}"/>
              </a:ext>
            </a:extLst>
          </p:cNvPr>
          <p:cNvSpPr>
            <a:spLocks noGrp="1"/>
          </p:cNvSpPr>
          <p:nvPr>
            <p:ph type="title"/>
          </p:nvPr>
        </p:nvSpPr>
        <p:spPr/>
        <p:txBody>
          <a:bodyPr>
            <a:normAutofit fontScale="90000"/>
          </a:bodyPr>
          <a:lstStyle/>
          <a:p>
            <a:r>
              <a:rPr lang="vi-VN" noProof="1"/>
              <a:t>Bài tập</a:t>
            </a:r>
            <a:endParaRPr lang="vi-VN"/>
          </a:p>
        </p:txBody>
      </p:sp>
      <p:sp>
        <p:nvSpPr>
          <p:cNvPr id="3" name="Content Placeholder 2">
            <a:extLst>
              <a:ext uri="{FF2B5EF4-FFF2-40B4-BE49-F238E27FC236}">
                <a16:creationId xmlns:a16="http://schemas.microsoft.com/office/drawing/2014/main" id="{9F11B692-6D5E-489D-897A-2BD57F04473D}"/>
              </a:ext>
            </a:extLst>
          </p:cNvPr>
          <p:cNvSpPr>
            <a:spLocks noGrp="1"/>
          </p:cNvSpPr>
          <p:nvPr>
            <p:ph idx="1"/>
          </p:nvPr>
        </p:nvSpPr>
        <p:spPr/>
        <p:txBody>
          <a:bodyPr>
            <a:noAutofit/>
          </a:bodyPr>
          <a:lstStyle/>
          <a:p>
            <a:pPr>
              <a:buFont typeface="+mj-lt"/>
              <a:buAutoNum type="arabicPeriod" startAt="5"/>
            </a:pPr>
            <a:r>
              <a:rPr lang="vi-VN"/>
              <a:t>Nhập chuỗi T có dạng hh:mm là một thời điểm trong ngày (chẳng hạn 09:30, 21:00, 18:15,...), tính xem nếu sử dụng đồng hồ kim thì vào thời điểm T hai kim giờ và phút sẽ tạo thành góc bao nhiêu độ? Lấy chính xác đến 2 số thập phân.</a:t>
            </a:r>
          </a:p>
          <a:p>
            <a:pPr lvl="1"/>
            <a:r>
              <a:rPr lang="vi-VN"/>
              <a:t>Ví dụ:	T = 09:30		=&gt; góc 105 độ</a:t>
            </a:r>
          </a:p>
          <a:p>
            <a:pPr>
              <a:buFont typeface="+mj-lt"/>
              <a:buAutoNum type="arabicPeriod" startAt="5"/>
            </a:pPr>
            <a:r>
              <a:rPr lang="vi-VN"/>
              <a:t>N người ngồi quanh một chiếc bàn tròn và chơi trò chơi như sau: bắt đầu từ người thứ nhất, đếm theo vòng tròn cứ đến người thứ 3 thì người đó bị loại khỏi bàn và việc đếm lại bắt đầu từ 1 với người tiếp theo, việc đếm kết thúc khi bàn còn lại 1 người. Nhập N và tính xem người cuối cùng ngồi lại là số bao nhiêu?</a:t>
            </a:r>
          </a:p>
        </p:txBody>
      </p:sp>
      <p:sp>
        <p:nvSpPr>
          <p:cNvPr id="4" name="Footer Placeholder 3">
            <a:extLst>
              <a:ext uri="{FF2B5EF4-FFF2-40B4-BE49-F238E27FC236}">
                <a16:creationId xmlns:a16="http://schemas.microsoft.com/office/drawing/2014/main" id="{F7385381-09F2-4F6F-8A59-D94B080EC25F}"/>
              </a:ext>
            </a:extLst>
          </p:cNvPr>
          <p:cNvSpPr>
            <a:spLocks noGrp="1"/>
          </p:cNvSpPr>
          <p:nvPr>
            <p:ph type="ftr" sz="quarter" idx="11"/>
          </p:nvPr>
        </p:nvSpPr>
        <p:spPr/>
        <p:txBody>
          <a:bodyPr/>
          <a:lstStyle/>
          <a:p>
            <a:r>
              <a:rPr lang="vi-VN"/>
              <a:t>TRƯƠNG XUÂN NAM</a:t>
            </a:r>
            <a:endParaRPr lang="en-US"/>
          </a:p>
        </p:txBody>
      </p:sp>
      <p:sp>
        <p:nvSpPr>
          <p:cNvPr id="5" name="Slide Number Placeholder 4">
            <a:extLst>
              <a:ext uri="{FF2B5EF4-FFF2-40B4-BE49-F238E27FC236}">
                <a16:creationId xmlns:a16="http://schemas.microsoft.com/office/drawing/2014/main" id="{92B89C13-A627-4FE4-9DC5-AAE6AB436740}"/>
              </a:ext>
            </a:extLst>
          </p:cNvPr>
          <p:cNvSpPr>
            <a:spLocks noGrp="1"/>
          </p:cNvSpPr>
          <p:nvPr>
            <p:ph type="sldNum" sz="quarter" idx="12"/>
          </p:nvPr>
        </p:nvSpPr>
        <p:spPr/>
        <p:txBody>
          <a:bodyPr/>
          <a:lstStyle/>
          <a:p>
            <a:fld id="{020861B7-279E-4E5B-B5F7-6735399FCDF0}" type="slidenum">
              <a:rPr lang="en-US" smtClean="0"/>
              <a:t>5</a:t>
            </a:fld>
            <a:endParaRPr lang="en-US"/>
          </a:p>
        </p:txBody>
      </p:sp>
    </p:spTree>
    <p:extLst>
      <p:ext uri="{BB962C8B-B14F-4D97-AF65-F5344CB8AC3E}">
        <p14:creationId xmlns:p14="http://schemas.microsoft.com/office/powerpoint/2010/main" val="722038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4321</TotalTime>
  <Words>572</Words>
  <Application>Microsoft Office PowerPoint</Application>
  <PresentationFormat>On-screen Show (4:3)</PresentationFormat>
  <Paragraphs>25</Paragraphs>
  <Slides>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vt:i4>
      </vt:variant>
    </vt:vector>
  </HeadingPairs>
  <TitlesOfParts>
    <vt:vector size="13" baseType="lpstr">
      <vt:lpstr>Arial</vt:lpstr>
      <vt:lpstr>Calibri</vt:lpstr>
      <vt:lpstr>Cambria Math</vt:lpstr>
      <vt:lpstr>CMU Bright</vt:lpstr>
      <vt:lpstr>Consolas</vt:lpstr>
      <vt:lpstr>Times New Roman</vt:lpstr>
      <vt:lpstr>Wingdings</vt:lpstr>
      <vt:lpstr>Office Theme</vt:lpstr>
      <vt:lpstr>LẬP TRÌNH PYTHON</vt:lpstr>
      <vt:lpstr>Bài tập</vt:lpstr>
      <vt:lpstr>Bài tập</vt:lpstr>
      <vt:lpstr>Bài tập</vt:lpstr>
      <vt:lpstr>Bài tập</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trình dịch</dc:title>
  <dc:creator>Xuan Nam Truong</dc:creator>
  <cp:lastModifiedBy>CNTT Viet Nhat</cp:lastModifiedBy>
  <cp:revision>348</cp:revision>
  <dcterms:created xsi:type="dcterms:W3CDTF">2014-07-18T08:54:45Z</dcterms:created>
  <dcterms:modified xsi:type="dcterms:W3CDTF">2021-06-24T17:41:25Z</dcterms:modified>
</cp:coreProperties>
</file>