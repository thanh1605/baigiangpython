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
  </p:notesMasterIdLst>
  <p:sldIdLst>
    <p:sldId id="256" r:id="rId2"/>
    <p:sldId id="367" r:id="rId3"/>
    <p:sldId id="368" r:id="rId4"/>
    <p:sldId id="36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25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8" autoAdjust="0"/>
    <p:restoredTop sz="94674" autoAdjust="0"/>
  </p:normalViewPr>
  <p:slideViewPr>
    <p:cSldViewPr snapToGrid="0">
      <p:cViewPr varScale="1">
        <p:scale>
          <a:sx n="74" d="100"/>
          <a:sy n="74" d="100"/>
        </p:scale>
        <p:origin x="1182"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754"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D804E6-89EA-4453-86CA-6C53571608DC}" type="datetimeFigureOut">
              <a:rPr lang="en-US" smtClean="0"/>
              <a:t>6/21/2021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A5DD35-D36A-440D-B67B-F91FA79BE08F}" type="slidenum">
              <a:rPr lang="en-US" smtClean="0"/>
              <a:t>‹#›</a:t>
            </a:fld>
            <a:endParaRPr lang="en-US"/>
          </a:p>
        </p:txBody>
      </p:sp>
    </p:spTree>
    <p:extLst>
      <p:ext uri="{BB962C8B-B14F-4D97-AF65-F5344CB8AC3E}">
        <p14:creationId xmlns:p14="http://schemas.microsoft.com/office/powerpoint/2010/main" val="3746436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A5DD35-D36A-440D-B67B-F91FA79BE08F}" type="slidenum">
              <a:rPr lang="en-US" smtClean="0"/>
              <a:t>1</a:t>
            </a:fld>
            <a:endParaRPr lang="en-US"/>
          </a:p>
        </p:txBody>
      </p:sp>
    </p:spTree>
    <p:extLst>
      <p:ext uri="{BB962C8B-B14F-4D97-AF65-F5344CB8AC3E}">
        <p14:creationId xmlns:p14="http://schemas.microsoft.com/office/powerpoint/2010/main" val="3195024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7832" y="1122364"/>
            <a:ext cx="7748336" cy="2270542"/>
          </a:xfrm>
        </p:spPr>
        <p:txBody>
          <a:bodyPr anchor="b">
            <a:normAutofit/>
          </a:bodyPr>
          <a:lstStyle>
            <a:lvl1pPr algn="ctr">
              <a:defRPr sz="4800" b="0"/>
            </a:lvl1pPr>
          </a:lstStyle>
          <a:p>
            <a:r>
              <a:rPr lang="vi-VN" noProof="0"/>
              <a:t>Click to edit Master title style</a:t>
            </a:r>
          </a:p>
        </p:txBody>
      </p:sp>
      <p:sp>
        <p:nvSpPr>
          <p:cNvPr id="3" name="Subtitle 2"/>
          <p:cNvSpPr>
            <a:spLocks noGrp="1"/>
          </p:cNvSpPr>
          <p:nvPr>
            <p:ph type="subTitle" idx="1"/>
          </p:nvPr>
        </p:nvSpPr>
        <p:spPr>
          <a:xfrm>
            <a:off x="697832" y="3741820"/>
            <a:ext cx="7748336" cy="1515979"/>
          </a:xfrm>
        </p:spPr>
        <p:txBody>
          <a:bodyPr>
            <a:normAutofit/>
          </a:bodyPr>
          <a:lstStyle>
            <a:lvl1pPr marL="0" indent="0" algn="ctr">
              <a:buNone/>
              <a:defRPr sz="3600" b="0">
                <a:solidFill>
                  <a:schemeClr val="accent2">
                    <a:lumMod val="75000"/>
                  </a:schemeClr>
                </a:solidFill>
                <a:latin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vi-VN" noProof="0"/>
              <a:t>Click to edit Master subtitle style</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cxnSp>
        <p:nvCxnSpPr>
          <p:cNvPr id="9" name="Straight Connector 8"/>
          <p:cNvCxnSpPr/>
          <p:nvPr userDrawn="1"/>
        </p:nvCxnSpPr>
        <p:spPr>
          <a:xfrm>
            <a:off x="0" y="3573376"/>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7852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9" name="Straight Connector 8"/>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idx="1"/>
          </p:nvPr>
        </p:nvSpPr>
        <p:spPr/>
        <p:txBody>
          <a:body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spTree>
    <p:extLst>
      <p:ext uri="{BB962C8B-B14F-4D97-AF65-F5344CB8AC3E}">
        <p14:creationId xmlns:p14="http://schemas.microsoft.com/office/powerpoint/2010/main" val="2478531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Ex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idx="1"/>
          </p:nvPr>
        </p:nvSpPr>
        <p:spPr/>
        <p:txBody>
          <a:bodyPr/>
          <a:lstStyle>
            <a:lvl1pPr marL="274320" indent="-274320">
              <a:buFont typeface="+mj-lt"/>
              <a:buAutoNum type="arabicPeriod"/>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1pPr>
            <a:lvl2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2pPr>
            <a:lvl3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3pPr>
            <a:lvl4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4pPr>
            <a:lvl5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5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cxnSp>
        <p:nvCxnSpPr>
          <p:cNvPr id="8" name="Straight Connector 7"/>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48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idx="1"/>
          </p:nvPr>
        </p:nvSpPr>
        <p:spPr/>
        <p:txBody>
          <a:bodyPr>
            <a:normAutofit/>
          </a:bodyPr>
          <a:lstStyle>
            <a:lvl1pPr marL="0" indent="0">
              <a:buNone/>
              <a:defRPr sz="2000" b="0" spc="0">
                <a:solidFill>
                  <a:srgbClr val="0070C0"/>
                </a:solidFill>
                <a:latin typeface="Consolas" panose="020B0609020204030204" pitchFamily="49" charset="0"/>
                <a:cs typeface="Consolas" panose="020B0609020204030204" pitchFamily="49" charset="0"/>
              </a:defRPr>
            </a:lvl1pPr>
            <a:lvl2pPr>
              <a:defRPr sz="2400" b="0" spc="0">
                <a:solidFill>
                  <a:srgbClr val="0070C0"/>
                </a:solidFill>
                <a:latin typeface="Consolas" panose="020B0609020204030204" pitchFamily="49" charset="0"/>
                <a:cs typeface="Consolas" panose="020B0609020204030204" pitchFamily="49" charset="0"/>
              </a:defRPr>
            </a:lvl2pPr>
            <a:lvl3pPr>
              <a:defRPr sz="2000" b="0" spc="0">
                <a:solidFill>
                  <a:srgbClr val="0070C0"/>
                </a:solidFill>
                <a:latin typeface="Consolas" panose="020B0609020204030204" pitchFamily="49" charset="0"/>
                <a:cs typeface="Consolas" panose="020B0609020204030204" pitchFamily="49" charset="0"/>
              </a:defRPr>
            </a:lvl3pPr>
            <a:lvl4pPr>
              <a:defRPr sz="1800" b="0" spc="0">
                <a:solidFill>
                  <a:srgbClr val="0070C0"/>
                </a:solidFill>
                <a:latin typeface="Consolas" panose="020B0609020204030204" pitchFamily="49" charset="0"/>
                <a:cs typeface="Consolas" panose="020B0609020204030204" pitchFamily="49" charset="0"/>
              </a:defRPr>
            </a:lvl4pPr>
            <a:lvl5pPr>
              <a:defRPr sz="1600" b="0" spc="0">
                <a:solidFill>
                  <a:srgbClr val="0070C0"/>
                </a:solidFill>
                <a:latin typeface="Consolas" panose="020B0609020204030204" pitchFamily="49" charset="0"/>
                <a:cs typeface="Consolas" panose="020B0609020204030204" pitchFamily="49" charset="0"/>
              </a:defRPr>
            </a:lvl5pPr>
          </a:lstStyle>
          <a:p>
            <a:pPr lvl="0"/>
            <a:r>
              <a:rPr lang="vi-VN" noProof="0"/>
              <a:t>Click to edit Master text styles</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cxnSp>
        <p:nvCxnSpPr>
          <p:cNvPr id="8" name="Straight Connector 7"/>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02061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3815680"/>
            <a:ext cx="7886700" cy="2298888"/>
          </a:xfrm>
        </p:spPr>
        <p:txBody>
          <a:bodyPr anchor="t">
            <a:normAutofit/>
          </a:bodyPr>
          <a:lstStyle>
            <a:lvl1pPr>
              <a:defRPr sz="4800"/>
            </a:lvl1pPr>
          </a:lstStyle>
          <a:p>
            <a:r>
              <a:rPr lang="vi-VN" noProof="0"/>
              <a:t>Click to edit Master title style</a:t>
            </a:r>
          </a:p>
        </p:txBody>
      </p:sp>
      <p:sp>
        <p:nvSpPr>
          <p:cNvPr id="3" name="Text Placeholder 2"/>
          <p:cNvSpPr>
            <a:spLocks noGrp="1"/>
          </p:cNvSpPr>
          <p:nvPr>
            <p:ph type="body" idx="1"/>
          </p:nvPr>
        </p:nvSpPr>
        <p:spPr>
          <a:xfrm>
            <a:off x="623888" y="2315494"/>
            <a:ext cx="7886700" cy="1500186"/>
          </a:xfrm>
        </p:spPr>
        <p:txBody>
          <a:bodyPr anchor="b"/>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vi-VN" noProof="0"/>
              <a:t>Click to edit Master text styles</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spTree>
    <p:extLst>
      <p:ext uri="{BB962C8B-B14F-4D97-AF65-F5344CB8AC3E}">
        <p14:creationId xmlns:p14="http://schemas.microsoft.com/office/powerpoint/2010/main" val="624061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163234" y="1540026"/>
            <a:ext cx="4276412" cy="4856038"/>
          </a:xfrm>
        </p:spPr>
        <p:txBody>
          <a:bodyPr>
            <a:normAutofit/>
          </a:bodyPr>
          <a:lstStyle>
            <a:lvl1pPr>
              <a:defRPr sz="2400"/>
            </a:lvl1pPr>
            <a:lvl2pPr>
              <a:defRPr sz="2000"/>
            </a:lvl2pPr>
            <a:lvl3pPr>
              <a:defRPr sz="2000"/>
            </a:lvl3pPr>
            <a:lvl4pPr>
              <a:defRPr sz="1800"/>
            </a:lvl4pPr>
            <a:lvl5pPr>
              <a:defRPr sz="1600"/>
            </a:lvl5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5" name="Text Placeholder 4"/>
          <p:cNvSpPr>
            <a:spLocks noGrp="1"/>
          </p:cNvSpPr>
          <p:nvPr>
            <p:ph type="body" sz="quarter" idx="3"/>
          </p:nvPr>
        </p:nvSpPr>
        <p:spPr>
          <a:xfrm>
            <a:off x="4692315" y="969809"/>
            <a:ext cx="4259179" cy="424369"/>
          </a:xfrm>
        </p:spPr>
        <p:txBody>
          <a:bodyPr anchor="b">
            <a:no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noProof="0"/>
              <a:t>Click to edit Master text styles</a:t>
            </a:r>
          </a:p>
        </p:txBody>
      </p:sp>
      <p:sp>
        <p:nvSpPr>
          <p:cNvPr id="6" name="Content Placeholder 5"/>
          <p:cNvSpPr>
            <a:spLocks noGrp="1"/>
          </p:cNvSpPr>
          <p:nvPr>
            <p:ph sz="quarter" idx="4"/>
          </p:nvPr>
        </p:nvSpPr>
        <p:spPr>
          <a:xfrm>
            <a:off x="4692315" y="1540025"/>
            <a:ext cx="4259179" cy="4856039"/>
          </a:xfrm>
        </p:spPr>
        <p:txBody>
          <a:bodyPr>
            <a:normAutofit/>
          </a:bodyPr>
          <a:lstStyle>
            <a:lvl1pPr>
              <a:defRPr sz="2400"/>
            </a:lvl1pPr>
            <a:lvl2pPr>
              <a:defRPr sz="2000"/>
            </a:lvl2pPr>
            <a:lvl3pPr>
              <a:defRPr sz="2000"/>
            </a:lvl3pPr>
            <a:lvl4pPr>
              <a:defRPr sz="1800"/>
            </a:lvl4pPr>
            <a:lvl5pPr>
              <a:defRPr sz="1600"/>
            </a:lvl5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7" name="Date Placeholder 6"/>
          <p:cNvSpPr>
            <a:spLocks noGrp="1"/>
          </p:cNvSpPr>
          <p:nvPr>
            <p:ph type="dt" sz="half" idx="10"/>
          </p:nvPr>
        </p:nvSpPr>
        <p:spPr/>
        <p:txBody>
          <a:bodyPr/>
          <a:lstStyle/>
          <a:p>
            <a:r>
              <a:rPr lang="en-US"/>
              <a:t>7/21/2014</a:t>
            </a:r>
          </a:p>
        </p:txBody>
      </p:sp>
      <p:sp>
        <p:nvSpPr>
          <p:cNvPr id="8" name="Footer Placeholder 7"/>
          <p:cNvSpPr>
            <a:spLocks noGrp="1"/>
          </p:cNvSpPr>
          <p:nvPr>
            <p:ph type="ftr" sz="quarter" idx="11"/>
          </p:nvPr>
        </p:nvSpPr>
        <p:spPr/>
        <p:txBody>
          <a:bodyPr/>
          <a:lstStyle/>
          <a:p>
            <a:r>
              <a:rPr lang="vi-VN"/>
              <a:t>TRƯƠNG XUÂN NAM</a:t>
            </a:r>
            <a:endParaRPr lang="en-US"/>
          </a:p>
        </p:txBody>
      </p:sp>
      <p:sp>
        <p:nvSpPr>
          <p:cNvPr id="9" name="Slide Number Placeholder 8"/>
          <p:cNvSpPr>
            <a:spLocks noGrp="1"/>
          </p:cNvSpPr>
          <p:nvPr>
            <p:ph type="sldNum" sz="quarter" idx="12"/>
          </p:nvPr>
        </p:nvSpPr>
        <p:spPr/>
        <p:txBody>
          <a:bodyPr/>
          <a:lstStyle/>
          <a:p>
            <a:fld id="{020861B7-279E-4E5B-B5F7-6735399FCDF0}" type="slidenum">
              <a:rPr lang="en-US" smtClean="0"/>
              <a:t>‹#›</a:t>
            </a:fld>
            <a:endParaRPr lang="en-US"/>
          </a:p>
        </p:txBody>
      </p:sp>
      <p:cxnSp>
        <p:nvCxnSpPr>
          <p:cNvPr id="12" name="Straight Connector 11"/>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13" name="Title Placeholder 1"/>
          <p:cNvSpPr>
            <a:spLocks noGrp="1"/>
          </p:cNvSpPr>
          <p:nvPr>
            <p:ph type="title"/>
          </p:nvPr>
        </p:nvSpPr>
        <p:spPr>
          <a:xfrm>
            <a:off x="180467" y="172615"/>
            <a:ext cx="8771027" cy="597406"/>
          </a:xfrm>
          <a:prstGeom prst="rect">
            <a:avLst/>
          </a:prstGeom>
        </p:spPr>
        <p:txBody>
          <a:bodyPr vert="horz" lIns="91440" tIns="45720" rIns="91440" bIns="45720" rtlCol="0" anchor="ctr">
            <a:normAutofit/>
          </a:bodyPr>
          <a:lstStyle/>
          <a:p>
            <a:r>
              <a:rPr lang="vi-VN" noProof="0"/>
              <a:t>Click to edit Master title style</a:t>
            </a:r>
          </a:p>
        </p:txBody>
      </p:sp>
      <p:sp>
        <p:nvSpPr>
          <p:cNvPr id="14" name="Text Placeholder 4"/>
          <p:cNvSpPr>
            <a:spLocks noGrp="1"/>
          </p:cNvSpPr>
          <p:nvPr>
            <p:ph type="body" sz="quarter" idx="13"/>
          </p:nvPr>
        </p:nvSpPr>
        <p:spPr>
          <a:xfrm>
            <a:off x="180467" y="982583"/>
            <a:ext cx="4259179" cy="424369"/>
          </a:xfrm>
        </p:spPr>
        <p:txBody>
          <a:bodyPr anchor="b">
            <a:no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noProof="0"/>
              <a:t>Click to edit Master text styles</a:t>
            </a:r>
          </a:p>
        </p:txBody>
      </p:sp>
    </p:spTree>
    <p:extLst>
      <p:ext uri="{BB962C8B-B14F-4D97-AF65-F5344CB8AC3E}">
        <p14:creationId xmlns:p14="http://schemas.microsoft.com/office/powerpoint/2010/main" val="3772457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Date Placeholder 2"/>
          <p:cNvSpPr>
            <a:spLocks noGrp="1"/>
          </p:cNvSpPr>
          <p:nvPr>
            <p:ph type="dt" sz="half" idx="10"/>
          </p:nvPr>
        </p:nvSpPr>
        <p:spPr/>
        <p:txBody>
          <a:bodyPr/>
          <a:lstStyle/>
          <a:p>
            <a:r>
              <a:rPr lang="en-US"/>
              <a:t>7/21/2014</a:t>
            </a:r>
          </a:p>
        </p:txBody>
      </p:sp>
      <p:sp>
        <p:nvSpPr>
          <p:cNvPr id="4" name="Footer Placeholder 3"/>
          <p:cNvSpPr>
            <a:spLocks noGrp="1"/>
          </p:cNvSpPr>
          <p:nvPr>
            <p:ph type="ftr" sz="quarter" idx="11"/>
          </p:nvPr>
        </p:nvSpPr>
        <p:spPr/>
        <p:txBody>
          <a:bodyPr/>
          <a:lstStyle/>
          <a:p>
            <a:r>
              <a:rPr lang="vi-VN"/>
              <a:t>TRƯƠNG XUÂN NAM</a:t>
            </a:r>
            <a:endParaRPr lang="en-US"/>
          </a:p>
        </p:txBody>
      </p:sp>
      <p:sp>
        <p:nvSpPr>
          <p:cNvPr id="5" name="Slide Number Placeholder 4"/>
          <p:cNvSpPr>
            <a:spLocks noGrp="1"/>
          </p:cNvSpPr>
          <p:nvPr>
            <p:ph type="sldNum" sz="quarter" idx="12"/>
          </p:nvPr>
        </p:nvSpPr>
        <p:spPr/>
        <p:txBody>
          <a:bodyPr/>
          <a:lstStyle/>
          <a:p>
            <a:fld id="{020861B7-279E-4E5B-B5F7-6735399FCDF0}" type="slidenum">
              <a:rPr lang="en-US" smtClean="0"/>
              <a:t>‹#›</a:t>
            </a:fld>
            <a:endParaRPr lang="en-US"/>
          </a:p>
        </p:txBody>
      </p:sp>
      <p:cxnSp>
        <p:nvCxnSpPr>
          <p:cNvPr id="7" name="Straight Connector 6"/>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8594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7/21/2014</a:t>
            </a:r>
          </a:p>
        </p:txBody>
      </p:sp>
      <p:sp>
        <p:nvSpPr>
          <p:cNvPr id="3" name="Footer Placeholder 2"/>
          <p:cNvSpPr>
            <a:spLocks noGrp="1"/>
          </p:cNvSpPr>
          <p:nvPr>
            <p:ph type="ftr" sz="quarter" idx="11"/>
          </p:nvPr>
        </p:nvSpPr>
        <p:spPr/>
        <p:txBody>
          <a:bodyPr/>
          <a:lstStyle/>
          <a:p>
            <a:r>
              <a:rPr lang="vi-VN"/>
              <a:t>TRƯƠNG XUÂN NAM</a:t>
            </a:r>
            <a:endParaRPr lang="en-US"/>
          </a:p>
        </p:txBody>
      </p:sp>
      <p:sp>
        <p:nvSpPr>
          <p:cNvPr id="4" name="Slide Number Placeholder 3"/>
          <p:cNvSpPr>
            <a:spLocks noGrp="1"/>
          </p:cNvSpPr>
          <p:nvPr>
            <p:ph type="sldNum" sz="quarter" idx="12"/>
          </p:nvPr>
        </p:nvSpPr>
        <p:spPr/>
        <p:txBody>
          <a:bodyPr/>
          <a:lstStyle/>
          <a:p>
            <a:fld id="{020861B7-279E-4E5B-B5F7-6735399FCDF0}" type="slidenum">
              <a:rPr lang="en-US" smtClean="0"/>
              <a:t>‹#›</a:t>
            </a:fld>
            <a:endParaRPr lang="en-US"/>
          </a:p>
        </p:txBody>
      </p:sp>
    </p:spTree>
    <p:extLst>
      <p:ext uri="{BB962C8B-B14F-4D97-AF65-F5344CB8AC3E}">
        <p14:creationId xmlns:p14="http://schemas.microsoft.com/office/powerpoint/2010/main" val="1330733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0467" y="172615"/>
            <a:ext cx="8771027" cy="597406"/>
          </a:xfrm>
          <a:prstGeom prst="rect">
            <a:avLst/>
          </a:prstGeom>
        </p:spPr>
        <p:txBody>
          <a:bodyPr vert="horz" lIns="91440" tIns="45720" rIns="91440" bIns="45720" rtlCol="0" anchor="ctr">
            <a:normAutofit/>
          </a:bodyPr>
          <a:lstStyle/>
          <a:p>
            <a:r>
              <a:rPr lang="vi-VN" noProof="0"/>
              <a:t>Click to edit Master title style</a:t>
            </a:r>
          </a:p>
        </p:txBody>
      </p:sp>
      <p:sp>
        <p:nvSpPr>
          <p:cNvPr id="3" name="Text Placeholder 2"/>
          <p:cNvSpPr>
            <a:spLocks noGrp="1"/>
          </p:cNvSpPr>
          <p:nvPr>
            <p:ph type="body" idx="1"/>
          </p:nvPr>
        </p:nvSpPr>
        <p:spPr>
          <a:xfrm>
            <a:off x="180467" y="945761"/>
            <a:ext cx="8771027" cy="5462335"/>
          </a:xfrm>
          <a:prstGeom prst="rect">
            <a:avLst/>
          </a:prstGeom>
        </p:spPr>
        <p:txBody>
          <a:bodyPr vert="horz" lIns="91440" tIns="45720" rIns="91440" bIns="45720" rtlCol="0">
            <a:normAutofit/>
          </a:body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Date Placeholder 3"/>
          <p:cNvSpPr>
            <a:spLocks noGrp="1"/>
          </p:cNvSpPr>
          <p:nvPr>
            <p:ph type="dt" sz="half" idx="2"/>
          </p:nvPr>
        </p:nvSpPr>
        <p:spPr>
          <a:xfrm>
            <a:off x="180467" y="6492321"/>
            <a:ext cx="2057400" cy="305024"/>
          </a:xfrm>
          <a:prstGeom prst="rect">
            <a:avLst/>
          </a:prstGeom>
        </p:spPr>
        <p:txBody>
          <a:bodyPr vert="horz" lIns="91440" tIns="45720" rIns="91440" bIns="45720" rtlCol="0" anchor="ctr"/>
          <a:lstStyle>
            <a:lvl1pPr algn="l">
              <a:defRPr sz="1200">
                <a:solidFill>
                  <a:schemeClr val="tx1">
                    <a:tint val="75000"/>
                  </a:schemeClr>
                </a:solidFill>
                <a:latin typeface="Calibri" panose="020F0502020204030204" pitchFamily="34" charset="0"/>
                <a:cs typeface="Calibri" panose="020F0502020204030204" pitchFamily="34" charset="0"/>
              </a:defRPr>
            </a:lvl1pPr>
          </a:lstStyle>
          <a:p>
            <a:r>
              <a:rPr lang="en-US"/>
              <a:t>7/21/2014</a:t>
            </a:r>
          </a:p>
        </p:txBody>
      </p:sp>
      <p:sp>
        <p:nvSpPr>
          <p:cNvPr id="5" name="Footer Placeholder 4"/>
          <p:cNvSpPr>
            <a:spLocks noGrp="1"/>
          </p:cNvSpPr>
          <p:nvPr>
            <p:ph type="ftr" sz="quarter" idx="3"/>
          </p:nvPr>
        </p:nvSpPr>
        <p:spPr>
          <a:xfrm>
            <a:off x="3028950" y="6492321"/>
            <a:ext cx="3086100" cy="289315"/>
          </a:xfrm>
          <a:prstGeom prst="rect">
            <a:avLst/>
          </a:prstGeom>
        </p:spPr>
        <p:txBody>
          <a:bodyPr vert="horz" lIns="91440" tIns="45720" rIns="91440" bIns="45720" rtlCol="0" anchor="ctr"/>
          <a:lstStyle>
            <a:lvl1pPr algn="ctr">
              <a:defRPr sz="1200">
                <a:solidFill>
                  <a:schemeClr val="tx1">
                    <a:tint val="75000"/>
                  </a:schemeClr>
                </a:solidFill>
                <a:latin typeface="Calibri" panose="020F0502020204030204" pitchFamily="34" charset="0"/>
                <a:cs typeface="Calibri" panose="020F0502020204030204" pitchFamily="34" charset="0"/>
              </a:defRPr>
            </a:lvl1pPr>
          </a:lstStyle>
          <a:p>
            <a:r>
              <a:rPr lang="vi-VN"/>
              <a:t>TRƯƠNG XUÂN NAM</a:t>
            </a:r>
            <a:endParaRPr lang="en-US"/>
          </a:p>
        </p:txBody>
      </p:sp>
      <p:sp>
        <p:nvSpPr>
          <p:cNvPr id="6" name="Slide Number Placeholder 5"/>
          <p:cNvSpPr>
            <a:spLocks noGrp="1"/>
          </p:cNvSpPr>
          <p:nvPr>
            <p:ph type="sldNum" sz="quarter" idx="4"/>
          </p:nvPr>
        </p:nvSpPr>
        <p:spPr>
          <a:xfrm>
            <a:off x="6894094" y="6492320"/>
            <a:ext cx="2057400" cy="289315"/>
          </a:xfrm>
          <a:prstGeom prst="rect">
            <a:avLst/>
          </a:prstGeom>
        </p:spPr>
        <p:txBody>
          <a:bodyPr vert="horz" lIns="91440" tIns="45720" rIns="91440" bIns="45720" rtlCol="0" anchor="ctr"/>
          <a:lstStyle>
            <a:lvl1pPr algn="r">
              <a:defRPr sz="1200">
                <a:solidFill>
                  <a:schemeClr val="tx1">
                    <a:tint val="75000"/>
                  </a:schemeClr>
                </a:solidFill>
                <a:latin typeface="Calibri" panose="020F0502020204030204" pitchFamily="34" charset="0"/>
                <a:cs typeface="Calibri" panose="020F0502020204030204" pitchFamily="34" charset="0"/>
              </a:defRPr>
            </a:lvl1pPr>
          </a:lstStyle>
          <a:p>
            <a:fld id="{020861B7-279E-4E5B-B5F7-6735399FCDF0}" type="slidenum">
              <a:rPr lang="en-US" smtClean="0"/>
              <a:pPr/>
              <a:t>‹#›</a:t>
            </a:fld>
            <a:endParaRPr lang="en-US"/>
          </a:p>
        </p:txBody>
      </p:sp>
    </p:spTree>
    <p:extLst>
      <p:ext uri="{BB962C8B-B14F-4D97-AF65-F5344CB8AC3E}">
        <p14:creationId xmlns:p14="http://schemas.microsoft.com/office/powerpoint/2010/main" val="3585064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6" r:id="rId4"/>
    <p:sldLayoutId id="2147483651" r:id="rId5"/>
    <p:sldLayoutId id="2147483653" r:id="rId6"/>
    <p:sldLayoutId id="2147483654" r:id="rId7"/>
    <p:sldLayoutId id="2147483655" r:id="rId8"/>
  </p:sldLayoutIdLst>
  <p:hf hdr="0" dt="0"/>
  <p:txStyles>
    <p:titleStyle>
      <a:lvl1pPr algn="l" defTabSz="685800" rtl="0" eaLnBrk="1" latinLnBrk="0" hangingPunct="1">
        <a:lnSpc>
          <a:spcPct val="90000"/>
        </a:lnSpc>
        <a:spcBef>
          <a:spcPct val="0"/>
        </a:spcBef>
        <a:buNone/>
        <a:defRPr sz="4000" kern="1200">
          <a:solidFill>
            <a:srgbClr val="57257D"/>
          </a:solidFill>
          <a:latin typeface="+mn-lt"/>
          <a:ea typeface="+mj-ea"/>
          <a:cs typeface="Calibri" panose="020F0502020204030204" pitchFamily="34" charset="0"/>
        </a:defRPr>
      </a:lvl1pPr>
    </p:titleStyle>
    <p:bodyStyle>
      <a:lvl1pPr marL="274320" indent="-274320" algn="l" defTabSz="685800" rtl="0" eaLnBrk="1" latinLnBrk="0" hangingPunct="1">
        <a:lnSpc>
          <a:spcPct val="100000"/>
        </a:lnSpc>
        <a:spcBef>
          <a:spcPts val="750"/>
        </a:spcBef>
        <a:buClr>
          <a:srgbClr val="FF0000"/>
        </a:buClr>
        <a:buFont typeface="Wingdings" panose="05000000000000000000" pitchFamily="2" charset="2"/>
        <a:buChar char="§"/>
        <a:defRPr sz="2800" kern="1200">
          <a:solidFill>
            <a:schemeClr val="tx1"/>
          </a:solidFill>
          <a:latin typeface="Calibri" panose="020F0502020204030204" pitchFamily="34" charset="0"/>
          <a:ea typeface="+mn-ea"/>
          <a:cs typeface="Calibri" panose="020F0502020204030204" pitchFamily="34" charset="0"/>
        </a:defRPr>
      </a:lvl1pPr>
      <a:lvl2pPr marL="731520" indent="-274320" algn="l" defTabSz="685800" rtl="0" eaLnBrk="1" latinLnBrk="0" hangingPunct="1">
        <a:lnSpc>
          <a:spcPct val="100000"/>
        </a:lnSpc>
        <a:spcBef>
          <a:spcPts val="375"/>
        </a:spcBef>
        <a:buFont typeface="Wingdings" panose="05000000000000000000" pitchFamily="2" charset="2"/>
        <a:buChar char="§"/>
        <a:defRPr sz="2400" kern="1200">
          <a:solidFill>
            <a:schemeClr val="tx1"/>
          </a:solidFill>
          <a:latin typeface="Calibri" panose="020F0502020204030204" pitchFamily="34" charset="0"/>
          <a:ea typeface="+mn-ea"/>
          <a:cs typeface="Calibri" panose="020F0502020204030204" pitchFamily="34" charset="0"/>
        </a:defRPr>
      </a:lvl2pPr>
      <a:lvl3pPr marL="1097280" indent="-171450" algn="l" defTabSz="685800" rtl="0" eaLnBrk="1" latinLnBrk="0" hangingPunct="1">
        <a:lnSpc>
          <a:spcPct val="100000"/>
        </a:lnSpc>
        <a:spcBef>
          <a:spcPts val="375"/>
        </a:spcBef>
        <a:buFont typeface="Arial" panose="020B0604020202020204" pitchFamily="34" charset="0"/>
        <a:buChar char="•"/>
        <a:defRPr sz="2200" kern="1200">
          <a:solidFill>
            <a:schemeClr val="tx1"/>
          </a:solidFill>
          <a:latin typeface="Calibri" panose="020F0502020204030204" pitchFamily="34" charset="0"/>
          <a:ea typeface="+mn-ea"/>
          <a:cs typeface="Calibri" panose="020F0502020204030204" pitchFamily="34" charset="0"/>
        </a:defRPr>
      </a:lvl3pPr>
      <a:lvl4pPr marL="1463040" indent="-171450" algn="l"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828800" indent="-171450" algn="l" defTabSz="685800" rtl="0" eaLnBrk="1" latinLnBrk="0" hangingPunct="1">
        <a:lnSpc>
          <a:spcPct val="100000"/>
        </a:lnSpc>
        <a:spcBef>
          <a:spcPts val="375"/>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vi-VN" noProof="1"/>
              <a:t>LẬP TRÌNH PYTHON</a:t>
            </a:r>
          </a:p>
        </p:txBody>
      </p:sp>
      <p:sp>
        <p:nvSpPr>
          <p:cNvPr id="3" name="Subtitle 2"/>
          <p:cNvSpPr>
            <a:spLocks noGrp="1"/>
          </p:cNvSpPr>
          <p:nvPr>
            <p:ph type="subTitle" idx="1"/>
          </p:nvPr>
        </p:nvSpPr>
        <p:spPr/>
        <p:txBody>
          <a:bodyPr/>
          <a:lstStyle/>
          <a:p>
            <a:r>
              <a:rPr lang="vi-VN" noProof="1"/>
              <a:t>Bài tập 2</a:t>
            </a:r>
          </a:p>
        </p:txBody>
      </p:sp>
    </p:spTree>
    <p:extLst>
      <p:ext uri="{BB962C8B-B14F-4D97-AF65-F5344CB8AC3E}">
        <p14:creationId xmlns:p14="http://schemas.microsoft.com/office/powerpoint/2010/main" val="1997285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0467" y="172615"/>
            <a:ext cx="8771027" cy="597406"/>
          </a:xfrm>
        </p:spPr>
        <p:txBody>
          <a:bodyPr>
            <a:normAutofit fontScale="90000"/>
          </a:bodyPr>
          <a:lstStyle/>
          <a:p>
            <a:r>
              <a:rPr lang="vi-VN" noProof="1"/>
              <a:t>Bài tập</a:t>
            </a:r>
          </a:p>
        </p:txBody>
      </p:sp>
      <p:sp>
        <p:nvSpPr>
          <p:cNvPr id="7" name="Content Placeholder 6"/>
          <p:cNvSpPr>
            <a:spLocks noGrp="1"/>
          </p:cNvSpPr>
          <p:nvPr>
            <p:ph idx="1"/>
          </p:nvPr>
        </p:nvSpPr>
        <p:spPr>
          <a:xfrm>
            <a:off x="180467" y="945761"/>
            <a:ext cx="8771027" cy="5462335"/>
          </a:xfrm>
        </p:spPr>
        <p:txBody>
          <a:bodyPr>
            <a:noAutofit/>
          </a:bodyPr>
          <a:lstStyle/>
          <a:p>
            <a:r>
              <a:rPr lang="vi-VN" noProof="1"/>
              <a:t>Nhập một dãy số nguyên, các số được viết liên tiếp trên một dòng, ngăn cách bởi dấu chấm phẩy. Hãy kiểm tra xem dãy vừa nhập có phải là dãy hoán vị của dãy từ 1 đến N không?</a:t>
            </a:r>
          </a:p>
          <a:p>
            <a:pPr lvl="1"/>
            <a:r>
              <a:rPr lang="vi-VN" noProof="1"/>
              <a:t>Ví dụ: 	1;3;4;2;6;5	=&gt; có là dãy hoán vị</a:t>
            </a:r>
            <a:br>
              <a:rPr lang="vi-VN" noProof="1"/>
            </a:br>
            <a:r>
              <a:rPr lang="vi-VN" noProof="1"/>
              <a:t>		3;2;8;6;1;5	=&gt; không là dãy hoán vị</a:t>
            </a:r>
          </a:p>
          <a:p>
            <a:r>
              <a:rPr lang="vi-VN" noProof="1"/>
              <a:t>Nhập một dãy số nguyên, các số được viết liên tiếp trên một dòng, ngăn cách bởi dấu phẩy. Hãy sắp xếp lại dãy số theo quy tắc: các số chẵn được dồn về phía trước và xếp giảm dần, các số lẻ được dồn về phía sau và xếp tăng dần.</a:t>
            </a:r>
          </a:p>
          <a:p>
            <a:pPr lvl="1"/>
            <a:r>
              <a:rPr lang="vi-VN" noProof="1"/>
              <a:t>Ví dụ: -1,4,5,3,6,3,8 thì sắp lại thành 8,6,4,-1,3,3,5</a:t>
            </a:r>
          </a:p>
        </p:txBody>
      </p:sp>
      <p:sp>
        <p:nvSpPr>
          <p:cNvPr id="4" name="Footer Placeholder 3"/>
          <p:cNvSpPr>
            <a:spLocks noGrp="1"/>
          </p:cNvSpPr>
          <p:nvPr>
            <p:ph type="ftr" sz="quarter" idx="11"/>
          </p:nvPr>
        </p:nvSpPr>
        <p:spPr>
          <a:xfrm>
            <a:off x="3028950" y="6492321"/>
            <a:ext cx="3086100" cy="289315"/>
          </a:xfrm>
        </p:spPr>
        <p:txBody>
          <a:bodyPr/>
          <a:lstStyle/>
          <a:p>
            <a:r>
              <a:rPr lang="vi-VN"/>
              <a:t>TRƯƠNG XUÂN NAM</a:t>
            </a:r>
            <a:endParaRPr lang="en-US"/>
          </a:p>
        </p:txBody>
      </p:sp>
      <p:sp>
        <p:nvSpPr>
          <p:cNvPr id="5" name="Slide Number Placeholder 4"/>
          <p:cNvSpPr>
            <a:spLocks noGrp="1"/>
          </p:cNvSpPr>
          <p:nvPr>
            <p:ph type="sldNum" sz="quarter" idx="12"/>
          </p:nvPr>
        </p:nvSpPr>
        <p:spPr>
          <a:xfrm>
            <a:off x="6894094" y="6492320"/>
            <a:ext cx="2057400" cy="289315"/>
          </a:xfrm>
        </p:spPr>
        <p:txBody>
          <a:bodyPr/>
          <a:lstStyle/>
          <a:p>
            <a:fld id="{020861B7-279E-4E5B-B5F7-6735399FCDF0}" type="slidenum">
              <a:rPr lang="en-US" smtClean="0"/>
              <a:pPr/>
              <a:t>2</a:t>
            </a:fld>
            <a:endParaRPr lang="en-US"/>
          </a:p>
        </p:txBody>
      </p:sp>
    </p:spTree>
    <p:extLst>
      <p:ext uri="{BB962C8B-B14F-4D97-AF65-F5344CB8AC3E}">
        <p14:creationId xmlns:p14="http://schemas.microsoft.com/office/powerpoint/2010/main" val="876261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0467" y="172615"/>
            <a:ext cx="8771027" cy="597406"/>
          </a:xfrm>
        </p:spPr>
        <p:txBody>
          <a:bodyPr>
            <a:normAutofit fontScale="90000"/>
          </a:bodyPr>
          <a:lstStyle/>
          <a:p>
            <a:r>
              <a:rPr lang="vi-VN" noProof="1"/>
              <a:t>Bài tập</a:t>
            </a:r>
          </a:p>
        </p:txBody>
      </p:sp>
      <p:sp>
        <p:nvSpPr>
          <p:cNvPr id="7" name="Content Placeholder 6"/>
          <p:cNvSpPr>
            <a:spLocks noGrp="1"/>
          </p:cNvSpPr>
          <p:nvPr>
            <p:ph idx="1"/>
          </p:nvPr>
        </p:nvSpPr>
        <p:spPr>
          <a:xfrm>
            <a:off x="180467" y="945761"/>
            <a:ext cx="8771027" cy="5462335"/>
          </a:xfrm>
        </p:spPr>
        <p:txBody>
          <a:bodyPr>
            <a:noAutofit/>
          </a:bodyPr>
          <a:lstStyle/>
          <a:p>
            <a:pPr>
              <a:buFont typeface="+mj-lt"/>
              <a:buAutoNum type="arabicPeriod" startAt="3"/>
            </a:pPr>
            <a:r>
              <a:rPr lang="vi-VN" noProof="1"/>
              <a:t>Nhập dãy số nguyên, các số được viết liên tiếp trên một dòng, ngăn cách bởi dấu phẩy. Hãy tách dãy vừa nhập thành các dãy tăng dần theo quy tắc sau: bắt đầu từ phần tử đầu tiên, chọn tử tiếp theo là phần từ gần nhất lớn hơn nó và cứ như vậy cho đến hết dãy, dãy còn lại lại được tiếp tục xử lý như vậy cho đến khi hết các phần tử. In ra các dãy con.</a:t>
            </a:r>
          </a:p>
          <a:p>
            <a:pPr lvl="1"/>
            <a:r>
              <a:rPr lang="vi-VN" noProof="1"/>
              <a:t>Ví dụ:	dãy 5,4,3,4,5,3,1,8,7</a:t>
            </a:r>
            <a:br>
              <a:rPr lang="vi-VN" noProof="1"/>
            </a:br>
            <a:r>
              <a:rPr lang="vi-VN" noProof="1"/>
              <a:t>		=&gt; 5 8 | 4 3 4 5 3 1 7</a:t>
            </a:r>
            <a:br>
              <a:rPr lang="vi-VN" noProof="1"/>
            </a:br>
            <a:r>
              <a:rPr lang="vi-VN" noProof="1"/>
              <a:t>		=&gt; 5 8 | 4 5 7 | 3 4 3 1</a:t>
            </a:r>
            <a:br>
              <a:rPr lang="vi-VN" noProof="1"/>
            </a:br>
            <a:r>
              <a:rPr lang="vi-VN" noProof="1"/>
              <a:t>		=&gt; 5 8 | 4 5 7 | 3 4 | 3 1</a:t>
            </a:r>
            <a:br>
              <a:rPr lang="vi-VN" noProof="1"/>
            </a:br>
            <a:r>
              <a:rPr lang="vi-VN" noProof="1"/>
              <a:t>		=&gt; 5 8 | 4 5 7 | 3 4 | 3 | 1</a:t>
            </a:r>
          </a:p>
        </p:txBody>
      </p:sp>
      <p:sp>
        <p:nvSpPr>
          <p:cNvPr id="4" name="Footer Placeholder 3"/>
          <p:cNvSpPr>
            <a:spLocks noGrp="1"/>
          </p:cNvSpPr>
          <p:nvPr>
            <p:ph type="ftr" sz="quarter" idx="11"/>
          </p:nvPr>
        </p:nvSpPr>
        <p:spPr>
          <a:xfrm>
            <a:off x="3028950" y="6492321"/>
            <a:ext cx="3086100" cy="289315"/>
          </a:xfrm>
        </p:spPr>
        <p:txBody>
          <a:bodyPr/>
          <a:lstStyle/>
          <a:p>
            <a:r>
              <a:rPr lang="vi-VN"/>
              <a:t>TRƯƠNG XUÂN NAM</a:t>
            </a:r>
            <a:endParaRPr lang="en-US"/>
          </a:p>
        </p:txBody>
      </p:sp>
      <p:sp>
        <p:nvSpPr>
          <p:cNvPr id="5" name="Slide Number Placeholder 4"/>
          <p:cNvSpPr>
            <a:spLocks noGrp="1"/>
          </p:cNvSpPr>
          <p:nvPr>
            <p:ph type="sldNum" sz="quarter" idx="12"/>
          </p:nvPr>
        </p:nvSpPr>
        <p:spPr>
          <a:xfrm>
            <a:off x="6894094" y="6492320"/>
            <a:ext cx="2057400" cy="289315"/>
          </a:xfrm>
        </p:spPr>
        <p:txBody>
          <a:bodyPr/>
          <a:lstStyle/>
          <a:p>
            <a:fld id="{020861B7-279E-4E5B-B5F7-6735399FCDF0}" type="slidenum">
              <a:rPr lang="en-US" smtClean="0"/>
              <a:pPr/>
              <a:t>3</a:t>
            </a:fld>
            <a:endParaRPr lang="en-US"/>
          </a:p>
        </p:txBody>
      </p:sp>
    </p:spTree>
    <p:extLst>
      <p:ext uri="{BB962C8B-B14F-4D97-AF65-F5344CB8AC3E}">
        <p14:creationId xmlns:p14="http://schemas.microsoft.com/office/powerpoint/2010/main" val="4116313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0467" y="172615"/>
            <a:ext cx="8771027" cy="597406"/>
          </a:xfrm>
        </p:spPr>
        <p:txBody>
          <a:bodyPr>
            <a:normAutofit fontScale="90000"/>
          </a:bodyPr>
          <a:lstStyle/>
          <a:p>
            <a:r>
              <a:rPr lang="vi-VN" noProof="1"/>
              <a:t>Bài tập</a:t>
            </a:r>
          </a:p>
        </p:txBody>
      </p:sp>
      <p:sp>
        <p:nvSpPr>
          <p:cNvPr id="7" name="Content Placeholder 6"/>
          <p:cNvSpPr>
            <a:spLocks noGrp="1"/>
          </p:cNvSpPr>
          <p:nvPr>
            <p:ph idx="1"/>
          </p:nvPr>
        </p:nvSpPr>
        <p:spPr>
          <a:xfrm>
            <a:off x="180467" y="945761"/>
            <a:ext cx="8771027" cy="5462335"/>
          </a:xfrm>
        </p:spPr>
        <p:txBody>
          <a:bodyPr>
            <a:noAutofit/>
          </a:bodyPr>
          <a:lstStyle/>
          <a:p>
            <a:pPr>
              <a:buFont typeface="+mj-lt"/>
              <a:buAutoNum type="arabicPeriod" startAt="4"/>
            </a:pPr>
            <a:r>
              <a:rPr lang="vi-VN" noProof="1"/>
              <a:t>Một tập tin văn bản ‘abc.txt’ gồm nhiều dòng, trong đó một số dòng có thể có nhiều hơn 80 kí tự. Viết chương trình chuẩn hóa lại nội dung tập tin như sau:</a:t>
            </a:r>
          </a:p>
          <a:p>
            <a:pPr lvl="1"/>
            <a:r>
              <a:rPr lang="vi-VN" noProof="1"/>
              <a:t>Lần lượt xử lý từng dòng và ghi lại nội dung ra file ‘xyz.txt’</a:t>
            </a:r>
          </a:p>
          <a:p>
            <a:pPr lvl="1"/>
            <a:r>
              <a:rPr lang="vi-VN" noProof="1"/>
              <a:t>Nếu dòng không quá 80 kí tự thì giữ nguyên</a:t>
            </a:r>
          </a:p>
          <a:p>
            <a:pPr lvl="1"/>
            <a:r>
              <a:rPr lang="vi-VN" noProof="1"/>
              <a:t>Nếu dòng vượt quá 80 kí tự thì tách thành các dòng con:</a:t>
            </a:r>
          </a:p>
          <a:p>
            <a:pPr lvl="2"/>
            <a:r>
              <a:rPr lang="vi-VN" noProof="1"/>
              <a:t>Mỗi dòng luôn không quá 80 kí tự, trừ trường hợp cả dòng là một từ</a:t>
            </a:r>
          </a:p>
          <a:p>
            <a:pPr lvl="2"/>
            <a:r>
              <a:rPr lang="vi-VN" noProof="1"/>
              <a:t>Khi cắt thành dòng mới, phải cắt ở vị trí kết thúc của một từ và dòng mới phải bắt đầu bởi từ sau đó (bỏ các dấu space không cần thiết)</a:t>
            </a:r>
          </a:p>
          <a:p>
            <a:pPr lvl="2"/>
            <a:r>
              <a:rPr lang="vi-VN" noProof="1"/>
              <a:t>Cắt thành ít dòng nhất có thể</a:t>
            </a:r>
          </a:p>
        </p:txBody>
      </p:sp>
      <p:sp>
        <p:nvSpPr>
          <p:cNvPr id="4" name="Footer Placeholder 3"/>
          <p:cNvSpPr>
            <a:spLocks noGrp="1"/>
          </p:cNvSpPr>
          <p:nvPr>
            <p:ph type="ftr" sz="quarter" idx="11"/>
          </p:nvPr>
        </p:nvSpPr>
        <p:spPr>
          <a:xfrm>
            <a:off x="3028950" y="6492321"/>
            <a:ext cx="3086100" cy="289315"/>
          </a:xfrm>
        </p:spPr>
        <p:txBody>
          <a:bodyPr/>
          <a:lstStyle/>
          <a:p>
            <a:r>
              <a:rPr lang="vi-VN"/>
              <a:t>TRƯƠNG XUÂN NAM</a:t>
            </a:r>
            <a:endParaRPr lang="en-US"/>
          </a:p>
        </p:txBody>
      </p:sp>
      <p:sp>
        <p:nvSpPr>
          <p:cNvPr id="5" name="Slide Number Placeholder 4"/>
          <p:cNvSpPr>
            <a:spLocks noGrp="1"/>
          </p:cNvSpPr>
          <p:nvPr>
            <p:ph type="sldNum" sz="quarter" idx="12"/>
          </p:nvPr>
        </p:nvSpPr>
        <p:spPr>
          <a:xfrm>
            <a:off x="6894094" y="6492320"/>
            <a:ext cx="2057400" cy="289315"/>
          </a:xfrm>
        </p:spPr>
        <p:txBody>
          <a:bodyPr/>
          <a:lstStyle/>
          <a:p>
            <a:fld id="{020861B7-279E-4E5B-B5F7-6735399FCDF0}" type="slidenum">
              <a:rPr lang="en-US" smtClean="0"/>
              <a:pPr/>
              <a:t>4</a:t>
            </a:fld>
            <a:endParaRPr lang="en-US"/>
          </a:p>
        </p:txBody>
      </p:sp>
    </p:spTree>
    <p:extLst>
      <p:ext uri="{BB962C8B-B14F-4D97-AF65-F5344CB8AC3E}">
        <p14:creationId xmlns:p14="http://schemas.microsoft.com/office/powerpoint/2010/main" val="3898657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4198</TotalTime>
  <Words>462</Words>
  <Application>Microsoft Office PowerPoint</Application>
  <PresentationFormat>On-screen Show (4:3)</PresentationFormat>
  <Paragraphs>25</Paragraphs>
  <Slides>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Calibri</vt:lpstr>
      <vt:lpstr>CMU Bright</vt:lpstr>
      <vt:lpstr>Consolas</vt:lpstr>
      <vt:lpstr>Times New Roman</vt:lpstr>
      <vt:lpstr>Wingdings</vt:lpstr>
      <vt:lpstr>Office Theme</vt:lpstr>
      <vt:lpstr>LẬP TRÌNH PYTHON</vt:lpstr>
      <vt:lpstr>Bài tập</vt:lpstr>
      <vt:lpstr>Bài tập</vt:lpstr>
      <vt:lpstr>Bài tập</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trình dịch</dc:title>
  <dc:creator>Xuan Nam Truong</dc:creator>
  <cp:lastModifiedBy>CNTT Viet Nhat</cp:lastModifiedBy>
  <cp:revision>337</cp:revision>
  <dcterms:created xsi:type="dcterms:W3CDTF">2014-07-18T08:54:45Z</dcterms:created>
  <dcterms:modified xsi:type="dcterms:W3CDTF">2021-06-21T04:29:08Z</dcterms:modified>
</cp:coreProperties>
</file>